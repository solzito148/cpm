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63" r:id="rId5"/>
    <p:sldId id="257" r:id="rId6"/>
    <p:sldId id="260" r:id="rId7"/>
    <p:sldId id="265" r:id="rId8"/>
    <p:sldId id="266" r:id="rId9"/>
    <p:sldId id="264" r:id="rId10"/>
    <p:sldId id="258" r:id="rId11"/>
    <p:sldId id="259" r:id="rId12"/>
    <p:sldId id="262" r:id="rId13"/>
    <p:sldId id="26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A42778-C2FE-7802-FDD1-D63A8B97A531}" v="19" dt="2026-05-22T15:18:51.980"/>
    <p1510:client id="{BE8579BB-325D-A1D2-59D8-B8352144D96A}" v="1150" dt="2026-05-22T13:21:34.3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Soledad Sanes (C-Inclusion)" userId="S::msoledad.c@aes.com::702a0c5a-74bf-4bf0-bf40-51a716155d3d" providerId="AD" clId="Web-{BE8579BB-325D-A1D2-59D8-B8352144D96A}"/>
    <pc:docChg chg="addSld delSld modSld sldOrd">
      <pc:chgData name="Maria Soledad Sanes (C-Inclusion)" userId="S::msoledad.c@aes.com::702a0c5a-74bf-4bf0-bf40-51a716155d3d" providerId="AD" clId="Web-{BE8579BB-325D-A1D2-59D8-B8352144D96A}" dt="2026-05-22T13:21:34.306" v="1147" actId="20577"/>
      <pc:docMkLst>
        <pc:docMk/>
      </pc:docMkLst>
      <pc:sldChg chg="delSp modSp">
        <pc:chgData name="Maria Soledad Sanes (C-Inclusion)" userId="S::msoledad.c@aes.com::702a0c5a-74bf-4bf0-bf40-51a716155d3d" providerId="AD" clId="Web-{BE8579BB-325D-A1D2-59D8-B8352144D96A}" dt="2026-05-22T12:30:30.235" v="1025"/>
        <pc:sldMkLst>
          <pc:docMk/>
          <pc:sldMk cId="0" sldId="257"/>
        </pc:sldMkLst>
        <pc:spChg chg="mod">
          <ac:chgData name="Maria Soledad Sanes (C-Inclusion)" userId="S::msoledad.c@aes.com::702a0c5a-74bf-4bf0-bf40-51a716155d3d" providerId="AD" clId="Web-{BE8579BB-325D-A1D2-59D8-B8352144D96A}" dt="2026-05-22T12:20:25.455" v="760" actId="1410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0:25.470" v="761" actId="14100"/>
          <ac:spMkLst>
            <pc:docMk/>
            <pc:sldMk cId="0" sldId="257"/>
            <ac:spMk id="2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0:25.501" v="762" actId="14100"/>
          <ac:spMkLst>
            <pc:docMk/>
            <pc:sldMk cId="0" sldId="257"/>
            <ac:spMk id="3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0:25.517" v="763" actId="14100"/>
          <ac:spMkLst>
            <pc:docMk/>
            <pc:sldMk cId="0" sldId="257"/>
            <ac:spMk id="4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0:25.533" v="764" actId="14100"/>
          <ac:spMkLst>
            <pc:docMk/>
            <pc:sldMk cId="0" sldId="257"/>
            <ac:spMk id="5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0:33.314" v="771"/>
          <ac:spMkLst>
            <pc:docMk/>
            <pc:sldMk cId="0" sldId="257"/>
            <ac:spMk id="7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30:30.235" v="1025"/>
          <ac:spMkLst>
            <pc:docMk/>
            <pc:sldMk cId="0" sldId="257"/>
            <ac:spMk id="71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8:46.983" v="963"/>
          <ac:spMkLst>
            <pc:docMk/>
            <pc:sldMk cId="0" sldId="257"/>
            <ac:spMk id="72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9:10.093" v="987"/>
          <ac:spMkLst>
            <pc:docMk/>
            <pc:sldMk cId="0" sldId="257"/>
            <ac:spMk id="73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9:16.484" v="990"/>
          <ac:spMkLst>
            <pc:docMk/>
            <pc:sldMk cId="0" sldId="257"/>
            <ac:spMk id="74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9:28.625" v="997"/>
          <ac:spMkLst>
            <pc:docMk/>
            <pc:sldMk cId="0" sldId="257"/>
            <ac:spMk id="75" creationId="{00000000-0000-0000-0000-000000000000}"/>
          </ac:spMkLst>
        </pc:spChg>
      </pc:sldChg>
      <pc:sldChg chg="modSp">
        <pc:chgData name="Maria Soledad Sanes (C-Inclusion)" userId="S::msoledad.c@aes.com::702a0c5a-74bf-4bf0-bf40-51a716155d3d" providerId="AD" clId="Web-{BE8579BB-325D-A1D2-59D8-B8352144D96A}" dt="2026-05-22T12:27:05.731" v="916"/>
        <pc:sldMkLst>
          <pc:docMk/>
          <pc:sldMk cId="0" sldId="258"/>
        </pc:sldMkLst>
        <pc:graphicFrameChg chg="mod modGraphic">
          <ac:chgData name="Maria Soledad Sanes (C-Inclusion)" userId="S::msoledad.c@aes.com::702a0c5a-74bf-4bf0-bf40-51a716155d3d" providerId="AD" clId="Web-{BE8579BB-325D-A1D2-59D8-B8352144D96A}" dt="2026-05-22T12:27:05.731" v="916"/>
          <ac:graphicFrameMkLst>
            <pc:docMk/>
            <pc:sldMk cId="0" sldId="258"/>
            <ac:graphicFrameMk id="5" creationId="{00000000-0000-0000-0000-000000000000}"/>
          </ac:graphicFrameMkLst>
        </pc:graphicFrameChg>
      </pc:sldChg>
      <pc:sldChg chg="delSp modSp">
        <pc:chgData name="Maria Soledad Sanes (C-Inclusion)" userId="S::msoledad.c@aes.com::702a0c5a-74bf-4bf0-bf40-51a716155d3d" providerId="AD" clId="Web-{BE8579BB-325D-A1D2-59D8-B8352144D96A}" dt="2026-05-22T12:27:20.872" v="944"/>
        <pc:sldMkLst>
          <pc:docMk/>
          <pc:sldMk cId="0" sldId="259"/>
        </pc:sldMkLst>
        <pc:spChg chg="del mod">
          <ac:chgData name="Maria Soledad Sanes (C-Inclusion)" userId="S::msoledad.c@aes.com::702a0c5a-74bf-4bf0-bf40-51a716155d3d" providerId="AD" clId="Web-{BE8579BB-325D-A1D2-59D8-B8352144D96A}" dt="2026-05-22T12:27:20.872" v="944"/>
          <ac:spMkLst>
            <pc:docMk/>
            <pc:sldMk cId="0" sldId="259"/>
            <ac:spMk id="6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7:20.872" v="943"/>
          <ac:spMkLst>
            <pc:docMk/>
            <pc:sldMk cId="0" sldId="259"/>
            <ac:spMk id="7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7:20.872" v="942"/>
          <ac:spMkLst>
            <pc:docMk/>
            <pc:sldMk cId="0" sldId="259"/>
            <ac:spMk id="8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7:20.872" v="941"/>
          <ac:spMkLst>
            <pc:docMk/>
            <pc:sldMk cId="0" sldId="259"/>
            <ac:spMk id="9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7:20.872" v="940"/>
          <ac:spMkLst>
            <pc:docMk/>
            <pc:sldMk cId="0" sldId="259"/>
            <ac:spMk id="10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7:20.872" v="939"/>
          <ac:spMkLst>
            <pc:docMk/>
            <pc:sldMk cId="0" sldId="259"/>
            <ac:spMk id="11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7:20.872" v="938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7:20.872" v="937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7:20.872" v="936"/>
          <ac:spMkLst>
            <pc:docMk/>
            <pc:sldMk cId="0" sldId="259"/>
            <ac:spMk id="14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7:20.872" v="935"/>
          <ac:spMkLst>
            <pc:docMk/>
            <pc:sldMk cId="0" sldId="259"/>
            <ac:spMk id="15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7:20.872" v="934"/>
          <ac:spMkLst>
            <pc:docMk/>
            <pc:sldMk cId="0" sldId="259"/>
            <ac:spMk id="16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7:20.872" v="933"/>
          <ac:spMkLst>
            <pc:docMk/>
            <pc:sldMk cId="0" sldId="259"/>
            <ac:spMk id="17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7:20.872" v="932"/>
          <ac:spMkLst>
            <pc:docMk/>
            <pc:sldMk cId="0" sldId="259"/>
            <ac:spMk id="18" creationId="{00000000-0000-0000-0000-000000000000}"/>
          </ac:spMkLst>
        </pc:spChg>
        <pc:graphicFrameChg chg="mod modGraphic">
          <ac:chgData name="Maria Soledad Sanes (C-Inclusion)" userId="S::msoledad.c@aes.com::702a0c5a-74bf-4bf0-bf40-51a716155d3d" providerId="AD" clId="Web-{BE8579BB-325D-A1D2-59D8-B8352144D96A}" dt="2026-05-22T12:27:10.153" v="917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">
        <pc:chgData name="Maria Soledad Sanes (C-Inclusion)" userId="S::msoledad.c@aes.com::702a0c5a-74bf-4bf0-bf40-51a716155d3d" providerId="AD" clId="Web-{BE8579BB-325D-A1D2-59D8-B8352144D96A}" dt="2026-05-22T12:31:10.487" v="1035" actId="1076"/>
        <pc:sldMkLst>
          <pc:docMk/>
          <pc:sldMk cId="0" sldId="260"/>
        </pc:sldMkLst>
        <pc:spChg chg="mod">
          <ac:chgData name="Maria Soledad Sanes (C-Inclusion)" userId="S::msoledad.c@aes.com::702a0c5a-74bf-4bf0-bf40-51a716155d3d" providerId="AD" clId="Web-{BE8579BB-325D-A1D2-59D8-B8352144D96A}" dt="2026-05-22T12:20:03.407" v="756" actId="14100"/>
          <ac:spMkLst>
            <pc:docMk/>
            <pc:sldMk cId="0" sldId="260"/>
            <ac:spMk id="10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9:43.812" v="750" actId="14100"/>
          <ac:spMkLst>
            <pc:docMk/>
            <pc:sldMk cId="0" sldId="260"/>
            <ac:spMk id="104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31:10.393" v="1031" actId="1076"/>
          <ac:spMkLst>
            <pc:docMk/>
            <pc:sldMk cId="0" sldId="260"/>
            <ac:spMk id="105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7:53.763" v="947" actId="20577"/>
          <ac:spMkLst>
            <pc:docMk/>
            <pc:sldMk cId="0" sldId="260"/>
            <ac:spMk id="107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8:25.233" v="958" actId="14100"/>
          <ac:spMkLst>
            <pc:docMk/>
            <pc:sldMk cId="0" sldId="260"/>
            <ac:spMk id="111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9:43.859" v="751" actId="14100"/>
          <ac:spMkLst>
            <pc:docMk/>
            <pc:sldMk cId="0" sldId="260"/>
            <ac:spMk id="113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31:10.409" v="1032" actId="1076"/>
          <ac:spMkLst>
            <pc:docMk/>
            <pc:sldMk cId="0" sldId="260"/>
            <ac:spMk id="114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7:57.185" v="949" actId="20577"/>
          <ac:spMkLst>
            <pc:docMk/>
            <pc:sldMk cId="0" sldId="260"/>
            <ac:spMk id="116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8:29.686" v="959" actId="14100"/>
          <ac:spMkLst>
            <pc:docMk/>
            <pc:sldMk cId="0" sldId="260"/>
            <ac:spMk id="12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9:49.141" v="752" actId="14100"/>
          <ac:spMkLst>
            <pc:docMk/>
            <pc:sldMk cId="0" sldId="260"/>
            <ac:spMk id="12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31:10.440" v="1033" actId="1076"/>
          <ac:spMkLst>
            <pc:docMk/>
            <pc:sldMk cId="0" sldId="260"/>
            <ac:spMk id="123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8:04.029" v="953" actId="20577"/>
          <ac:spMkLst>
            <pc:docMk/>
            <pc:sldMk cId="0" sldId="260"/>
            <ac:spMk id="125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8:21.045" v="957" actId="14100"/>
          <ac:spMkLst>
            <pc:docMk/>
            <pc:sldMk cId="0" sldId="260"/>
            <ac:spMk id="129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9:49.172" v="753" actId="14100"/>
          <ac:spMkLst>
            <pc:docMk/>
            <pc:sldMk cId="0" sldId="260"/>
            <ac:spMk id="131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31:10.456" v="1034" actId="1076"/>
          <ac:spMkLst>
            <pc:docMk/>
            <pc:sldMk cId="0" sldId="260"/>
            <ac:spMk id="13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7:59.842" v="951" actId="20577"/>
          <ac:spMkLst>
            <pc:docMk/>
            <pc:sldMk cId="0" sldId="260"/>
            <ac:spMk id="134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0:11.610" v="759" actId="14100"/>
          <ac:spMkLst>
            <pc:docMk/>
            <pc:sldMk cId="0" sldId="260"/>
            <ac:spMk id="138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9:53.985" v="754" actId="14100"/>
          <ac:spMkLst>
            <pc:docMk/>
            <pc:sldMk cId="0" sldId="260"/>
            <ac:spMk id="14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31:10.487" v="1035" actId="1076"/>
          <ac:spMkLst>
            <pc:docMk/>
            <pc:sldMk cId="0" sldId="260"/>
            <ac:spMk id="141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8:06.951" v="955" actId="20577"/>
          <ac:spMkLst>
            <pc:docMk/>
            <pc:sldMk cId="0" sldId="260"/>
            <ac:spMk id="143" creationId="{00000000-0000-0000-0000-000000000000}"/>
          </ac:spMkLst>
        </pc:spChg>
      </pc:sldChg>
      <pc:sldChg chg="modSp ord">
        <pc:chgData name="Maria Soledad Sanes (C-Inclusion)" userId="S::msoledad.c@aes.com::702a0c5a-74bf-4bf0-bf40-51a716155d3d" providerId="AD" clId="Web-{BE8579BB-325D-A1D2-59D8-B8352144D96A}" dt="2026-05-22T12:18:25.606" v="737"/>
        <pc:sldMkLst>
          <pc:docMk/>
          <pc:sldMk cId="0" sldId="261"/>
        </pc:sldMkLst>
        <pc:spChg chg="mod">
          <ac:chgData name="Maria Soledad Sanes (C-Inclusion)" userId="S::msoledad.c@aes.com::702a0c5a-74bf-4bf0-bf40-51a716155d3d" providerId="AD" clId="Web-{BE8579BB-325D-A1D2-59D8-B8352144D96A}" dt="2026-05-22T12:18:21.903" v="672"/>
          <ac:spMkLst>
            <pc:docMk/>
            <pc:sldMk cId="0" sldId="261"/>
            <ac:spMk id="5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03" v="673"/>
          <ac:spMkLst>
            <pc:docMk/>
            <pc:sldMk cId="0" sldId="261"/>
            <ac:spMk id="6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03" v="674"/>
          <ac:spMkLst>
            <pc:docMk/>
            <pc:sldMk cId="0" sldId="261"/>
            <ac:spMk id="7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03" v="675"/>
          <ac:spMkLst>
            <pc:docMk/>
            <pc:sldMk cId="0" sldId="261"/>
            <ac:spMk id="8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03" v="6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03" v="6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03" v="678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03" v="679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03" v="68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81"/>
          <ac:spMkLst>
            <pc:docMk/>
            <pc:sldMk cId="0" sldId="261"/>
            <ac:spMk id="14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82"/>
          <ac:spMkLst>
            <pc:docMk/>
            <pc:sldMk cId="0" sldId="261"/>
            <ac:spMk id="15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83"/>
          <ac:spMkLst>
            <pc:docMk/>
            <pc:sldMk cId="0" sldId="261"/>
            <ac:spMk id="16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84"/>
          <ac:spMkLst>
            <pc:docMk/>
            <pc:sldMk cId="0" sldId="261"/>
            <ac:spMk id="17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85"/>
          <ac:spMkLst>
            <pc:docMk/>
            <pc:sldMk cId="0" sldId="261"/>
            <ac:spMk id="18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8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87"/>
          <ac:spMkLst>
            <pc:docMk/>
            <pc:sldMk cId="0" sldId="261"/>
            <ac:spMk id="2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88"/>
          <ac:spMkLst>
            <pc:docMk/>
            <pc:sldMk cId="0" sldId="261"/>
            <ac:spMk id="21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89"/>
          <ac:spMkLst>
            <pc:docMk/>
            <pc:sldMk cId="0" sldId="261"/>
            <ac:spMk id="2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90"/>
          <ac:spMkLst>
            <pc:docMk/>
            <pc:sldMk cId="0" sldId="261"/>
            <ac:spMk id="23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91"/>
          <ac:spMkLst>
            <pc:docMk/>
            <pc:sldMk cId="0" sldId="261"/>
            <ac:spMk id="24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92"/>
          <ac:spMkLst>
            <pc:docMk/>
            <pc:sldMk cId="0" sldId="261"/>
            <ac:spMk id="25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93"/>
          <ac:spMkLst>
            <pc:docMk/>
            <pc:sldMk cId="0" sldId="261"/>
            <ac:spMk id="26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94"/>
          <ac:spMkLst>
            <pc:docMk/>
            <pc:sldMk cId="0" sldId="261"/>
            <ac:spMk id="27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95"/>
          <ac:spMkLst>
            <pc:docMk/>
            <pc:sldMk cId="0" sldId="261"/>
            <ac:spMk id="28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96"/>
          <ac:spMkLst>
            <pc:docMk/>
            <pc:sldMk cId="0" sldId="261"/>
            <ac:spMk id="29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97"/>
          <ac:spMkLst>
            <pc:docMk/>
            <pc:sldMk cId="0" sldId="261"/>
            <ac:spMk id="3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98"/>
          <ac:spMkLst>
            <pc:docMk/>
            <pc:sldMk cId="0" sldId="261"/>
            <ac:spMk id="31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699"/>
          <ac:spMkLst>
            <pc:docMk/>
            <pc:sldMk cId="0" sldId="261"/>
            <ac:spMk id="3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700"/>
          <ac:spMkLst>
            <pc:docMk/>
            <pc:sldMk cId="0" sldId="261"/>
            <ac:spMk id="33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701"/>
          <ac:spMkLst>
            <pc:docMk/>
            <pc:sldMk cId="0" sldId="261"/>
            <ac:spMk id="34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19" v="702"/>
          <ac:spMkLst>
            <pc:docMk/>
            <pc:sldMk cId="0" sldId="261"/>
            <ac:spMk id="35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03"/>
          <ac:spMkLst>
            <pc:docMk/>
            <pc:sldMk cId="0" sldId="261"/>
            <ac:spMk id="36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04"/>
          <ac:spMkLst>
            <pc:docMk/>
            <pc:sldMk cId="0" sldId="261"/>
            <ac:spMk id="37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05"/>
          <ac:spMkLst>
            <pc:docMk/>
            <pc:sldMk cId="0" sldId="261"/>
            <ac:spMk id="38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06"/>
          <ac:spMkLst>
            <pc:docMk/>
            <pc:sldMk cId="0" sldId="261"/>
            <ac:spMk id="39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07"/>
          <ac:spMkLst>
            <pc:docMk/>
            <pc:sldMk cId="0" sldId="261"/>
            <ac:spMk id="4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08"/>
          <ac:spMkLst>
            <pc:docMk/>
            <pc:sldMk cId="0" sldId="261"/>
            <ac:spMk id="41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09"/>
          <ac:spMkLst>
            <pc:docMk/>
            <pc:sldMk cId="0" sldId="261"/>
            <ac:spMk id="4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10"/>
          <ac:spMkLst>
            <pc:docMk/>
            <pc:sldMk cId="0" sldId="261"/>
            <ac:spMk id="43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11"/>
          <ac:spMkLst>
            <pc:docMk/>
            <pc:sldMk cId="0" sldId="261"/>
            <ac:spMk id="44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12"/>
          <ac:spMkLst>
            <pc:docMk/>
            <pc:sldMk cId="0" sldId="261"/>
            <ac:spMk id="45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13"/>
          <ac:spMkLst>
            <pc:docMk/>
            <pc:sldMk cId="0" sldId="261"/>
            <ac:spMk id="46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14"/>
          <ac:spMkLst>
            <pc:docMk/>
            <pc:sldMk cId="0" sldId="261"/>
            <ac:spMk id="47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15"/>
          <ac:spMkLst>
            <pc:docMk/>
            <pc:sldMk cId="0" sldId="261"/>
            <ac:spMk id="48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16"/>
          <ac:spMkLst>
            <pc:docMk/>
            <pc:sldMk cId="0" sldId="261"/>
            <ac:spMk id="49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17"/>
          <ac:spMkLst>
            <pc:docMk/>
            <pc:sldMk cId="0" sldId="261"/>
            <ac:spMk id="5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18"/>
          <ac:spMkLst>
            <pc:docMk/>
            <pc:sldMk cId="0" sldId="261"/>
            <ac:spMk id="51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19"/>
          <ac:spMkLst>
            <pc:docMk/>
            <pc:sldMk cId="0" sldId="261"/>
            <ac:spMk id="5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20"/>
          <ac:spMkLst>
            <pc:docMk/>
            <pc:sldMk cId="0" sldId="261"/>
            <ac:spMk id="53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21"/>
          <ac:spMkLst>
            <pc:docMk/>
            <pc:sldMk cId="0" sldId="261"/>
            <ac:spMk id="54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22"/>
          <ac:spMkLst>
            <pc:docMk/>
            <pc:sldMk cId="0" sldId="261"/>
            <ac:spMk id="55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23"/>
          <ac:spMkLst>
            <pc:docMk/>
            <pc:sldMk cId="0" sldId="261"/>
            <ac:spMk id="56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24"/>
          <ac:spMkLst>
            <pc:docMk/>
            <pc:sldMk cId="0" sldId="261"/>
            <ac:spMk id="57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25"/>
          <ac:spMkLst>
            <pc:docMk/>
            <pc:sldMk cId="0" sldId="261"/>
            <ac:spMk id="58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34" v="726"/>
          <ac:spMkLst>
            <pc:docMk/>
            <pc:sldMk cId="0" sldId="261"/>
            <ac:spMk id="59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50" v="727"/>
          <ac:spMkLst>
            <pc:docMk/>
            <pc:sldMk cId="0" sldId="261"/>
            <ac:spMk id="6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50" v="728"/>
          <ac:spMkLst>
            <pc:docMk/>
            <pc:sldMk cId="0" sldId="261"/>
            <ac:spMk id="61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50" v="729"/>
          <ac:spMkLst>
            <pc:docMk/>
            <pc:sldMk cId="0" sldId="261"/>
            <ac:spMk id="6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50" v="730"/>
          <ac:spMkLst>
            <pc:docMk/>
            <pc:sldMk cId="0" sldId="261"/>
            <ac:spMk id="63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50" v="731"/>
          <ac:spMkLst>
            <pc:docMk/>
            <pc:sldMk cId="0" sldId="261"/>
            <ac:spMk id="64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50" v="732"/>
          <ac:spMkLst>
            <pc:docMk/>
            <pc:sldMk cId="0" sldId="261"/>
            <ac:spMk id="65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50" v="733"/>
          <ac:spMkLst>
            <pc:docMk/>
            <pc:sldMk cId="0" sldId="261"/>
            <ac:spMk id="66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50" v="734"/>
          <ac:spMkLst>
            <pc:docMk/>
            <pc:sldMk cId="0" sldId="261"/>
            <ac:spMk id="67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1.950" v="735"/>
          <ac:spMkLst>
            <pc:docMk/>
            <pc:sldMk cId="0" sldId="261"/>
            <ac:spMk id="8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8:23.575" v="736"/>
          <ac:spMkLst>
            <pc:docMk/>
            <pc:sldMk cId="0" sldId="261"/>
            <ac:spMk id="81" creationId="{00000000-0000-0000-0000-000000000000}"/>
          </ac:spMkLst>
        </pc:spChg>
      </pc:sldChg>
      <pc:sldChg chg="delSp modSp add ord">
        <pc:chgData name="Maria Soledad Sanes (C-Inclusion)" userId="S::msoledad.c@aes.com::702a0c5a-74bf-4bf0-bf40-51a716155d3d" providerId="AD" clId="Web-{BE8579BB-325D-A1D2-59D8-B8352144D96A}" dt="2026-05-22T12:31:23.551" v="1036" actId="1076"/>
        <pc:sldMkLst>
          <pc:docMk/>
          <pc:sldMk cId="0" sldId="264"/>
        </pc:sldMkLst>
        <pc:spChg chg="mod">
          <ac:chgData name="Maria Soledad Sanes (C-Inclusion)" userId="S::msoledad.c@aes.com::702a0c5a-74bf-4bf0-bf40-51a716155d3d" providerId="AD" clId="Web-{BE8579BB-325D-A1D2-59D8-B8352144D96A}" dt="2026-05-22T12:26:22.449" v="901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4:52.822" v="867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6:39.699" v="910" actId="14100"/>
          <ac:spMkLst>
            <pc:docMk/>
            <pc:sldMk cId="0" sldId="264"/>
            <ac:spMk id="1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6:39.699" v="911" actId="14100"/>
          <ac:spMkLst>
            <pc:docMk/>
            <pc:sldMk cId="0" sldId="264"/>
            <ac:spMk id="13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31:23.551" v="1036" actId="107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6:31.027" v="903" actId="1076"/>
          <ac:spMkLst>
            <pc:docMk/>
            <pc:sldMk cId="0" sldId="264"/>
            <ac:spMk id="15" creationId="{00000000-0000-0000-0000-000000000000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2:24:46.946" v="866"/>
          <ac:spMkLst>
            <pc:docMk/>
            <pc:sldMk cId="0" sldId="264"/>
            <ac:spMk id="16" creationId="{00000000-0000-0000-0000-000000000000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2:24:46.946" v="865"/>
          <ac:spMkLst>
            <pc:docMk/>
            <pc:sldMk cId="0" sldId="264"/>
            <ac:spMk id="17" creationId="{00000000-0000-0000-0000-000000000000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2:24:46.946" v="864"/>
          <ac:spMkLst>
            <pc:docMk/>
            <pc:sldMk cId="0" sldId="264"/>
            <ac:spMk id="18" creationId="{00000000-0000-0000-0000-000000000000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2:24:46.946" v="863"/>
          <ac:spMkLst>
            <pc:docMk/>
            <pc:sldMk cId="0" sldId="264"/>
            <ac:spMk id="19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4:42.103" v="862"/>
          <ac:spMkLst>
            <pc:docMk/>
            <pc:sldMk cId="0" sldId="264"/>
            <ac:spMk id="2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4:52.837" v="870" actId="1076"/>
          <ac:spMkLst>
            <pc:docMk/>
            <pc:sldMk cId="0" sldId="264"/>
            <ac:spMk id="3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4:52.853" v="871" actId="1076"/>
          <ac:spMkLst>
            <pc:docMk/>
            <pc:sldMk cId="0" sldId="264"/>
            <ac:spMk id="31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6:39.715" v="912" actId="14100"/>
          <ac:spMkLst>
            <pc:docMk/>
            <pc:sldMk cId="0" sldId="264"/>
            <ac:spMk id="3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6:39.730" v="913" actId="14100"/>
          <ac:spMkLst>
            <pc:docMk/>
            <pc:sldMk cId="0" sldId="264"/>
            <ac:spMk id="33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6:31.043" v="904" actId="1076"/>
          <ac:spMkLst>
            <pc:docMk/>
            <pc:sldMk cId="0" sldId="264"/>
            <ac:spMk id="34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6:31.059" v="905" actId="1076"/>
          <ac:spMkLst>
            <pc:docMk/>
            <pc:sldMk cId="0" sldId="264"/>
            <ac:spMk id="35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4:31.055" v="857"/>
          <ac:spMkLst>
            <pc:docMk/>
            <pc:sldMk cId="0" sldId="264"/>
            <ac:spMk id="36" creationId="{00000000-0000-0000-0000-000000000000}"/>
          </ac:spMkLst>
        </pc:spChg>
      </pc:sldChg>
      <pc:sldChg chg="modSp">
        <pc:chgData name="Maria Soledad Sanes (C-Inclusion)" userId="S::msoledad.c@aes.com::702a0c5a-74bf-4bf0-bf40-51a716155d3d" providerId="AD" clId="Web-{BE8579BB-325D-A1D2-59D8-B8352144D96A}" dt="2026-05-22T12:30:59.986" v="1030" actId="1076"/>
        <pc:sldMkLst>
          <pc:docMk/>
          <pc:sldMk cId="0" sldId="265"/>
        </pc:sldMkLst>
        <pc:spChg chg="mod">
          <ac:chgData name="Maria Soledad Sanes (C-Inclusion)" userId="S::msoledad.c@aes.com::702a0c5a-74bf-4bf0-bf40-51a716155d3d" providerId="AD" clId="Web-{BE8579BB-325D-A1D2-59D8-B8352144D96A}" dt="2026-05-22T12:30:59.893" v="1026" actId="1076"/>
          <ac:spMkLst>
            <pc:docMk/>
            <pc:sldMk cId="0" sldId="265"/>
            <ac:spMk id="105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9:18.937" v="742" actId="1076"/>
          <ac:spMkLst>
            <pc:docMk/>
            <pc:sldMk cId="0" sldId="265"/>
            <ac:spMk id="113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30:59.924" v="1027" actId="1076"/>
          <ac:spMkLst>
            <pc:docMk/>
            <pc:sldMk cId="0" sldId="265"/>
            <ac:spMk id="114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9:24.202" v="743" actId="14100"/>
          <ac:spMkLst>
            <pc:docMk/>
            <pc:sldMk cId="0" sldId="265"/>
            <ac:spMk id="12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30:59.940" v="1028" actId="1076"/>
          <ac:spMkLst>
            <pc:docMk/>
            <pc:sldMk cId="0" sldId="265"/>
            <ac:spMk id="123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30:59.971" v="1029" actId="1076"/>
          <ac:spMkLst>
            <pc:docMk/>
            <pc:sldMk cId="0" sldId="265"/>
            <ac:spMk id="13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7:38.997" v="946" actId="14100"/>
          <ac:spMkLst>
            <pc:docMk/>
            <pc:sldMk cId="0" sldId="265"/>
            <ac:spMk id="138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19:31.187" v="745" actId="14100"/>
          <ac:spMkLst>
            <pc:docMk/>
            <pc:sldMk cId="0" sldId="265"/>
            <ac:spMk id="14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30:59.986" v="1030" actId="1076"/>
          <ac:spMkLst>
            <pc:docMk/>
            <pc:sldMk cId="0" sldId="265"/>
            <ac:spMk id="141" creationId="{00000000-0000-0000-0000-000000000000}"/>
          </ac:spMkLst>
        </pc:spChg>
      </pc:sldChg>
      <pc:sldChg chg="add del">
        <pc:chgData name="Maria Soledad Sanes (C-Inclusion)" userId="S::msoledad.c@aes.com::702a0c5a-74bf-4bf0-bf40-51a716155d3d" providerId="AD" clId="Web-{BE8579BB-325D-A1D2-59D8-B8352144D96A}" dt="2026-05-22T12:24:15.211" v="852"/>
        <pc:sldMkLst>
          <pc:docMk/>
          <pc:sldMk cId="407372507" sldId="266"/>
        </pc:sldMkLst>
      </pc:sldChg>
      <pc:sldChg chg="addSp delSp modSp add replId">
        <pc:chgData name="Maria Soledad Sanes (C-Inclusion)" userId="S::msoledad.c@aes.com::702a0c5a-74bf-4bf0-bf40-51a716155d3d" providerId="AD" clId="Web-{BE8579BB-325D-A1D2-59D8-B8352144D96A}" dt="2026-05-22T13:21:34.306" v="1147" actId="20577"/>
        <pc:sldMkLst>
          <pc:docMk/>
          <pc:sldMk cId="2449597575" sldId="266"/>
        </pc:sldMkLst>
        <pc:spChg chg="add mod">
          <ac:chgData name="Maria Soledad Sanes (C-Inclusion)" userId="S::msoledad.c@aes.com::702a0c5a-74bf-4bf0-bf40-51a716155d3d" providerId="AD" clId="Web-{BE8579BB-325D-A1D2-59D8-B8352144D96A}" dt="2026-05-22T13:20:07.973" v="1106" actId="1076"/>
          <ac:spMkLst>
            <pc:docMk/>
            <pc:sldMk cId="2449597575" sldId="266"/>
            <ac:spMk id="6" creationId="{C159C9CB-E195-E71D-4FFB-DE2E43893F4F}"/>
          </ac:spMkLst>
        </pc:spChg>
        <pc:spChg chg="add del mod">
          <ac:chgData name="Maria Soledad Sanes (C-Inclusion)" userId="S::msoledad.c@aes.com::702a0c5a-74bf-4bf0-bf40-51a716155d3d" providerId="AD" clId="Web-{BE8579BB-325D-A1D2-59D8-B8352144D96A}" dt="2026-05-22T13:16:37.690" v="1094"/>
          <ac:spMkLst>
            <pc:docMk/>
            <pc:sldMk cId="2449597575" sldId="266"/>
            <ac:spMk id="8" creationId="{3E7FFD27-07CF-96A8-0FBC-5F2959E7E94E}"/>
          </ac:spMkLst>
        </pc:spChg>
        <pc:spChg chg="add mod">
          <ac:chgData name="Maria Soledad Sanes (C-Inclusion)" userId="S::msoledad.c@aes.com::702a0c5a-74bf-4bf0-bf40-51a716155d3d" providerId="AD" clId="Web-{BE8579BB-325D-A1D2-59D8-B8352144D96A}" dt="2026-05-22T13:20:28.677" v="1114" actId="1076"/>
          <ac:spMkLst>
            <pc:docMk/>
            <pc:sldMk cId="2449597575" sldId="266"/>
            <ac:spMk id="10" creationId="{074CEC8F-56AA-8FAF-D817-1E610DEA0A7F}"/>
          </ac:spMkLst>
        </pc:spChg>
        <pc:spChg chg="add mod">
          <ac:chgData name="Maria Soledad Sanes (C-Inclusion)" userId="S::msoledad.c@aes.com::702a0c5a-74bf-4bf0-bf40-51a716155d3d" providerId="AD" clId="Web-{BE8579BB-325D-A1D2-59D8-B8352144D96A}" dt="2026-05-22T13:20:28.693" v="1115" actId="1076"/>
          <ac:spMkLst>
            <pc:docMk/>
            <pc:sldMk cId="2449597575" sldId="266"/>
            <ac:spMk id="12" creationId="{DEDF85CE-6A8A-9313-B9AE-E38AD1090B8D}"/>
          </ac:spMkLst>
        </pc:spChg>
        <pc:spChg chg="add mod">
          <ac:chgData name="Maria Soledad Sanes (C-Inclusion)" userId="S::msoledad.c@aes.com::702a0c5a-74bf-4bf0-bf40-51a716155d3d" providerId="AD" clId="Web-{BE8579BB-325D-A1D2-59D8-B8352144D96A}" dt="2026-05-22T13:16:35.940" v="1089" actId="1076"/>
          <ac:spMkLst>
            <pc:docMk/>
            <pc:sldMk cId="2449597575" sldId="266"/>
            <ac:spMk id="14" creationId="{12A0D194-BDD1-7E3D-4225-F17F6EC2F898}"/>
          </ac:spMkLst>
        </pc:spChg>
        <pc:spChg chg="add mod">
          <ac:chgData name="Maria Soledad Sanes (C-Inclusion)" userId="S::msoledad.c@aes.com::702a0c5a-74bf-4bf0-bf40-51a716155d3d" providerId="AD" clId="Web-{BE8579BB-325D-A1D2-59D8-B8352144D96A}" dt="2026-05-22T13:20:10.176" v="1107" actId="1076"/>
          <ac:spMkLst>
            <pc:docMk/>
            <pc:sldMk cId="2449597575" sldId="266"/>
            <ac:spMk id="16" creationId="{1ED38314-EE2B-684B-4179-D7C70F07EA4F}"/>
          </ac:spMkLst>
        </pc:spChg>
        <pc:spChg chg="add del mod">
          <ac:chgData name="Maria Soledad Sanes (C-Inclusion)" userId="S::msoledad.c@aes.com::702a0c5a-74bf-4bf0-bf40-51a716155d3d" providerId="AD" clId="Web-{BE8579BB-325D-A1D2-59D8-B8352144D96A}" dt="2026-05-22T13:17:08.959" v="1097"/>
          <ac:spMkLst>
            <pc:docMk/>
            <pc:sldMk cId="2449597575" sldId="266"/>
            <ac:spMk id="18" creationId="{7A656EDF-70D6-E191-AC7D-F2C2DA21D7DA}"/>
          </ac:spMkLst>
        </pc:spChg>
        <pc:spChg chg="add mod">
          <ac:chgData name="Maria Soledad Sanes (C-Inclusion)" userId="S::msoledad.c@aes.com::702a0c5a-74bf-4bf0-bf40-51a716155d3d" providerId="AD" clId="Web-{BE8579BB-325D-A1D2-59D8-B8352144D96A}" dt="2026-05-22T13:16:35.987" v="1092" actId="1076"/>
          <ac:spMkLst>
            <pc:docMk/>
            <pc:sldMk cId="2449597575" sldId="266"/>
            <ac:spMk id="20" creationId="{503F03B8-3F7F-962B-7D0F-CF38FD6F6F72}"/>
          </ac:spMkLst>
        </pc:spChg>
        <pc:spChg chg="add mod">
          <ac:chgData name="Maria Soledad Sanes (C-Inclusion)" userId="S::msoledad.c@aes.com::702a0c5a-74bf-4bf0-bf40-51a716155d3d" providerId="AD" clId="Web-{BE8579BB-325D-A1D2-59D8-B8352144D96A}" dt="2026-05-22T13:16:35.987" v="1093" actId="1076"/>
          <ac:spMkLst>
            <pc:docMk/>
            <pc:sldMk cId="2449597575" sldId="266"/>
            <ac:spMk id="22" creationId="{7F6DA556-4A0D-1BAD-70CD-EA9E3AE76F00}"/>
          </ac:spMkLst>
        </pc:spChg>
        <pc:spChg chg="add mod">
          <ac:chgData name="Maria Soledad Sanes (C-Inclusion)" userId="S::msoledad.c@aes.com::702a0c5a-74bf-4bf0-bf40-51a716155d3d" providerId="AD" clId="Web-{BE8579BB-325D-A1D2-59D8-B8352144D96A}" dt="2026-05-22T13:20:56.992" v="1130" actId="1076"/>
          <ac:spMkLst>
            <pc:docMk/>
            <pc:sldMk cId="2449597575" sldId="266"/>
            <ac:spMk id="23" creationId="{4F7888DD-618C-5DC6-0177-902F171B25D0}"/>
          </ac:spMkLst>
        </pc:spChg>
        <pc:spChg chg="add mod">
          <ac:chgData name="Maria Soledad Sanes (C-Inclusion)" userId="S::msoledad.c@aes.com::702a0c5a-74bf-4bf0-bf40-51a716155d3d" providerId="AD" clId="Web-{BE8579BB-325D-A1D2-59D8-B8352144D96A}" dt="2026-05-22T13:21:03.039" v="1138" actId="20577"/>
          <ac:spMkLst>
            <pc:docMk/>
            <pc:sldMk cId="2449597575" sldId="266"/>
            <ac:spMk id="24" creationId="{06A5CFD4-FE7C-B28E-0EB1-473026C3C92F}"/>
          </ac:spMkLst>
        </pc:spChg>
        <pc:spChg chg="add mod">
          <ac:chgData name="Maria Soledad Sanes (C-Inclusion)" userId="S::msoledad.c@aes.com::702a0c5a-74bf-4bf0-bf40-51a716155d3d" providerId="AD" clId="Web-{BE8579BB-325D-A1D2-59D8-B8352144D96A}" dt="2026-05-22T13:21:04.992" v="1139" actId="20577"/>
          <ac:spMkLst>
            <pc:docMk/>
            <pc:sldMk cId="2449597575" sldId="266"/>
            <ac:spMk id="25" creationId="{1C53A2D1-FEE8-B39C-B856-01696FFFA81B}"/>
          </ac:spMkLst>
        </pc:spChg>
        <pc:spChg chg="add mod">
          <ac:chgData name="Maria Soledad Sanes (C-Inclusion)" userId="S::msoledad.c@aes.com::702a0c5a-74bf-4bf0-bf40-51a716155d3d" providerId="AD" clId="Web-{BE8579BB-325D-A1D2-59D8-B8352144D96A}" dt="2026-05-22T13:20:57.039" v="1133" actId="1076"/>
          <ac:spMkLst>
            <pc:docMk/>
            <pc:sldMk cId="2449597575" sldId="266"/>
            <ac:spMk id="26" creationId="{E5A1F5C9-E3BD-2323-703C-EA17D4A25679}"/>
          </ac:spMkLst>
        </pc:spChg>
        <pc:spChg chg="add mod">
          <ac:chgData name="Maria Soledad Sanes (C-Inclusion)" userId="S::msoledad.c@aes.com::702a0c5a-74bf-4bf0-bf40-51a716155d3d" providerId="AD" clId="Web-{BE8579BB-325D-A1D2-59D8-B8352144D96A}" dt="2026-05-22T13:21:34.306" v="1147" actId="20577"/>
          <ac:spMkLst>
            <pc:docMk/>
            <pc:sldMk cId="2449597575" sldId="266"/>
            <ac:spMk id="27" creationId="{B1DFDD70-50B1-F560-CCAC-3BC043F58A2E}"/>
          </ac:spMkLst>
        </pc:spChg>
        <pc:spChg chg="add mod">
          <ac:chgData name="Maria Soledad Sanes (C-Inclusion)" userId="S::msoledad.c@aes.com::702a0c5a-74bf-4bf0-bf40-51a716155d3d" providerId="AD" clId="Web-{BE8579BB-325D-A1D2-59D8-B8352144D96A}" dt="2026-05-22T13:21:08.774" v="1140" actId="20577"/>
          <ac:spMkLst>
            <pc:docMk/>
            <pc:sldMk cId="2449597575" sldId="266"/>
            <ac:spMk id="28" creationId="{2B69B30E-808B-A11E-49BF-27C73605D63A}"/>
          </ac:spMkLst>
        </pc:spChg>
        <pc:spChg chg="add mod">
          <ac:chgData name="Maria Soledad Sanes (C-Inclusion)" userId="S::msoledad.c@aes.com::702a0c5a-74bf-4bf0-bf40-51a716155d3d" providerId="AD" clId="Web-{BE8579BB-325D-A1D2-59D8-B8352144D96A}" dt="2026-05-22T13:21:12.946" v="1141" actId="20577"/>
          <ac:spMkLst>
            <pc:docMk/>
            <pc:sldMk cId="2449597575" sldId="266"/>
            <ac:spMk id="29" creationId="{DD7CAF0C-188B-0618-E813-58ABE7C7E635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75"/>
          <ac:spMkLst>
            <pc:docMk/>
            <pc:sldMk cId="2449597575" sldId="266"/>
            <ac:spMk id="100" creationId="{23946343-A73B-6BC4-58C1-21BF1328D068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74"/>
          <ac:spMkLst>
            <pc:docMk/>
            <pc:sldMk cId="2449597575" sldId="266"/>
            <ac:spMk id="102" creationId="{32F433EE-68D3-9B43-1EF5-FFB3307535F0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73"/>
          <ac:spMkLst>
            <pc:docMk/>
            <pc:sldMk cId="2449597575" sldId="266"/>
            <ac:spMk id="103" creationId="{31646167-46F7-F835-FBCB-628AA617E739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72"/>
          <ac:spMkLst>
            <pc:docMk/>
            <pc:sldMk cId="2449597575" sldId="266"/>
            <ac:spMk id="104" creationId="{C063A557-AB1E-07BB-00BD-8297CA0818DC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71"/>
          <ac:spMkLst>
            <pc:docMk/>
            <pc:sldMk cId="2449597575" sldId="266"/>
            <ac:spMk id="105" creationId="{2B6B57F0-531A-4A6E-1C1A-15F063A61712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70"/>
          <ac:spMkLst>
            <pc:docMk/>
            <pc:sldMk cId="2449597575" sldId="266"/>
            <ac:spMk id="106" creationId="{FA146FA7-39DA-E6A6-0A05-118B93394F7F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69"/>
          <ac:spMkLst>
            <pc:docMk/>
            <pc:sldMk cId="2449597575" sldId="266"/>
            <ac:spMk id="107" creationId="{2A7A728F-F34E-E00A-5505-44CC6AC5C1CC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68"/>
          <ac:spMkLst>
            <pc:docMk/>
            <pc:sldMk cId="2449597575" sldId="266"/>
            <ac:spMk id="108" creationId="{D8417682-F395-12F9-16EE-8DC2A8E4F792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67"/>
          <ac:spMkLst>
            <pc:docMk/>
            <pc:sldMk cId="2449597575" sldId="266"/>
            <ac:spMk id="109" creationId="{4C4E13CC-5E1A-F0FF-BA16-3F7F75C993F9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66"/>
          <ac:spMkLst>
            <pc:docMk/>
            <pc:sldMk cId="2449597575" sldId="266"/>
            <ac:spMk id="111" creationId="{D613B1C8-2603-595D-DDA0-7576D6BCC3D0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65"/>
          <ac:spMkLst>
            <pc:docMk/>
            <pc:sldMk cId="2449597575" sldId="266"/>
            <ac:spMk id="112" creationId="{31076FB7-DAC0-D1C0-AF5B-A71BCBDC1FCB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64"/>
          <ac:spMkLst>
            <pc:docMk/>
            <pc:sldMk cId="2449597575" sldId="266"/>
            <ac:spMk id="113" creationId="{A40E6259-118E-3336-62F8-52D1B13B7EFC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63"/>
          <ac:spMkLst>
            <pc:docMk/>
            <pc:sldMk cId="2449597575" sldId="266"/>
            <ac:spMk id="114" creationId="{2053D158-278C-5EA3-CE6E-63054C3FC0D1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62"/>
          <ac:spMkLst>
            <pc:docMk/>
            <pc:sldMk cId="2449597575" sldId="266"/>
            <ac:spMk id="115" creationId="{436C25EF-D143-679A-906A-CA663000CCA9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61"/>
          <ac:spMkLst>
            <pc:docMk/>
            <pc:sldMk cId="2449597575" sldId="266"/>
            <ac:spMk id="116" creationId="{2A71650C-64B0-9F3E-CABB-D095AEE34792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20:18.896" v="1111"/>
          <ac:spMkLst>
            <pc:docMk/>
            <pc:sldMk cId="2449597575" sldId="266"/>
            <ac:spMk id="117" creationId="{D6AFC1AA-24EE-3ADE-03C1-422C691A3FAE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60"/>
          <ac:spMkLst>
            <pc:docMk/>
            <pc:sldMk cId="2449597575" sldId="266"/>
            <ac:spMk id="118" creationId="{8E5FB654-06A4-B1E7-A12D-E2A29440EF1B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59"/>
          <ac:spMkLst>
            <pc:docMk/>
            <pc:sldMk cId="2449597575" sldId="266"/>
            <ac:spMk id="119" creationId="{B4F36B0F-F795-4C06-3E10-6442D917E391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58"/>
          <ac:spMkLst>
            <pc:docMk/>
            <pc:sldMk cId="2449597575" sldId="266"/>
            <ac:spMk id="120" creationId="{FC94E992-B18D-21DD-1EDE-74054485C1D9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57"/>
          <ac:spMkLst>
            <pc:docMk/>
            <pc:sldMk cId="2449597575" sldId="266"/>
            <ac:spMk id="121" creationId="{38606A51-19D7-A359-011E-D99E61E53F2A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94" v="1056"/>
          <ac:spMkLst>
            <pc:docMk/>
            <pc:sldMk cId="2449597575" sldId="266"/>
            <ac:spMk id="122" creationId="{1C0C1A84-FD83-B82E-B078-93EB031C8C33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78" v="1055"/>
          <ac:spMkLst>
            <pc:docMk/>
            <pc:sldMk cId="2449597575" sldId="266"/>
            <ac:spMk id="123" creationId="{2A4C34CE-84C5-8C54-4046-EA37F4639AE5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78" v="1054"/>
          <ac:spMkLst>
            <pc:docMk/>
            <pc:sldMk cId="2449597575" sldId="266"/>
            <ac:spMk id="124" creationId="{0FF33466-F957-6D19-6579-2B1EFCDC19D9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78" v="1053"/>
          <ac:spMkLst>
            <pc:docMk/>
            <pc:sldMk cId="2449597575" sldId="266"/>
            <ac:spMk id="125" creationId="{B353D206-EF3D-2096-5E3C-87375B482F1F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78" v="1052"/>
          <ac:spMkLst>
            <pc:docMk/>
            <pc:sldMk cId="2449597575" sldId="266"/>
            <ac:spMk id="126" creationId="{C37D8E55-67AE-37D5-EE3B-648BA9977614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78" v="1051"/>
          <ac:spMkLst>
            <pc:docMk/>
            <pc:sldMk cId="2449597575" sldId="266"/>
            <ac:spMk id="127" creationId="{04B388F1-7F32-988A-1CB5-1BF2F5237F4B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78" v="1050"/>
          <ac:spMkLst>
            <pc:docMk/>
            <pc:sldMk cId="2449597575" sldId="266"/>
            <ac:spMk id="128" creationId="{F6D94494-84E0-0F17-0EFD-824EAE6F82B8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78" v="1049"/>
          <ac:spMkLst>
            <pc:docMk/>
            <pc:sldMk cId="2449597575" sldId="266"/>
            <ac:spMk id="129" creationId="{26E46A79-626C-0AB6-1F6E-D4CD6AF7E9CF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78" v="1048"/>
          <ac:spMkLst>
            <pc:docMk/>
            <pc:sldMk cId="2449597575" sldId="266"/>
            <ac:spMk id="130" creationId="{DFEABD90-4B66-7616-0918-E1A5FF49E4DF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20:18.896" v="1110"/>
          <ac:spMkLst>
            <pc:docMk/>
            <pc:sldMk cId="2449597575" sldId="266"/>
            <ac:spMk id="131" creationId="{C48A1EC9-BB08-01C2-D4BA-DA8A527B878E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78" v="1047"/>
          <ac:spMkLst>
            <pc:docMk/>
            <pc:sldMk cId="2449597575" sldId="266"/>
            <ac:spMk id="132" creationId="{711913D7-2FA0-58FC-03C4-7333A88180E1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78" v="1046"/>
          <ac:spMkLst>
            <pc:docMk/>
            <pc:sldMk cId="2449597575" sldId="266"/>
            <ac:spMk id="133" creationId="{6E8BEC0C-8C1C-BFD3-2D1C-8E0CA9BC6E05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78" v="1045"/>
          <ac:spMkLst>
            <pc:docMk/>
            <pc:sldMk cId="2449597575" sldId="266"/>
            <ac:spMk id="134" creationId="{3EB4CFF1-2B1B-E78B-82EF-4AF6B9D30AED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20:18.896" v="1109"/>
          <ac:spMkLst>
            <pc:docMk/>
            <pc:sldMk cId="2449597575" sldId="266"/>
            <ac:spMk id="135" creationId="{7F863077-37D6-BC12-A80E-14A59EF3E2BD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78" v="1044"/>
          <ac:spMkLst>
            <pc:docMk/>
            <pc:sldMk cId="2449597575" sldId="266"/>
            <ac:spMk id="136" creationId="{6D895726-2FA8-37CB-CFE0-AE33A9286EAB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78" v="1043"/>
          <ac:spMkLst>
            <pc:docMk/>
            <pc:sldMk cId="2449597575" sldId="266"/>
            <ac:spMk id="137" creationId="{3121E3CF-373E-0A36-8CC2-916B597E2E9D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78" v="1042"/>
          <ac:spMkLst>
            <pc:docMk/>
            <pc:sldMk cId="2449597575" sldId="266"/>
            <ac:spMk id="138" creationId="{97369423-2C47-307B-6A88-E30DA1C8AFDB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78" v="1041"/>
          <ac:spMkLst>
            <pc:docMk/>
            <pc:sldMk cId="2449597575" sldId="266"/>
            <ac:spMk id="139" creationId="{1C3D4C4B-249F-E270-0440-A9471C15F2D6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78" v="1040"/>
          <ac:spMkLst>
            <pc:docMk/>
            <pc:sldMk cId="2449597575" sldId="266"/>
            <ac:spMk id="140" creationId="{E0E58B42-765B-8991-6106-51C35FDC6812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78" v="1039"/>
          <ac:spMkLst>
            <pc:docMk/>
            <pc:sldMk cId="2449597575" sldId="266"/>
            <ac:spMk id="141" creationId="{1320A785-4995-B36C-3AAF-F7FD69D2272B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14:25.178" v="1038"/>
          <ac:spMkLst>
            <pc:docMk/>
            <pc:sldMk cId="2449597575" sldId="266"/>
            <ac:spMk id="142" creationId="{F4B09D2C-73EC-1F9E-AAF4-85F5EA717545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20:21.255" v="1113"/>
          <ac:spMkLst>
            <pc:docMk/>
            <pc:sldMk cId="2449597575" sldId="266"/>
            <ac:spMk id="143" creationId="{0209FE04-F71D-C403-057E-47C5551BFC9B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3:20:21.239" v="1112"/>
          <ac:spMkLst>
            <pc:docMk/>
            <pc:sldMk cId="2449597575" sldId="266"/>
            <ac:spMk id="144" creationId="{D5076F97-E604-D5C7-7826-891A059CD589}"/>
          </ac:spMkLst>
        </pc:spChg>
      </pc:sldChg>
      <pc:sldChg chg="del">
        <pc:chgData name="Maria Soledad Sanes (C-Inclusion)" userId="S::msoledad.c@aes.com::702a0c5a-74bf-4bf0-bf40-51a716155d3d" providerId="AD" clId="Web-{BE8579BB-325D-A1D2-59D8-B8352144D96A}" dt="2026-05-22T12:18:59.998" v="739"/>
        <pc:sldMkLst>
          <pc:docMk/>
          <pc:sldMk cId="0" sldId="267"/>
        </pc:sldMkLst>
      </pc:sldChg>
      <pc:sldChg chg="delSp modSp add del">
        <pc:chgData name="Maria Soledad Sanes (C-Inclusion)" userId="S::msoledad.c@aes.com::702a0c5a-74bf-4bf0-bf40-51a716155d3d" providerId="AD" clId="Web-{BE8579BB-325D-A1D2-59D8-B8352144D96A}" dt="2026-05-22T12:23:53.304" v="849"/>
        <pc:sldMkLst>
          <pc:docMk/>
          <pc:sldMk cId="3199424177" sldId="268"/>
        </pc:sldMkLst>
        <pc:spChg chg="mod">
          <ac:chgData name="Maria Soledad Sanes (C-Inclusion)" userId="S::msoledad.c@aes.com::702a0c5a-74bf-4bf0-bf40-51a716155d3d" providerId="AD" clId="Web-{BE8579BB-325D-A1D2-59D8-B8352144D96A}" dt="2026-05-22T12:21:17.909" v="811" actId="20577"/>
          <ac:spMkLst>
            <pc:docMk/>
            <pc:sldMk cId="3199424177" sldId="268"/>
            <ac:spMk id="4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0:57.674" v="777"/>
          <ac:spMkLst>
            <pc:docMk/>
            <pc:sldMk cId="3199424177" sldId="268"/>
            <ac:spMk id="1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0:57.674" v="778"/>
          <ac:spMkLst>
            <pc:docMk/>
            <pc:sldMk cId="3199424177" sldId="268"/>
            <ac:spMk id="11" creationId="{00000000-0000-0000-0000-000000000000}"/>
          </ac:spMkLst>
        </pc:spChg>
        <pc:spChg chg="del">
          <ac:chgData name="Maria Soledad Sanes (C-Inclusion)" userId="S::msoledad.c@aes.com::702a0c5a-74bf-4bf0-bf40-51a716155d3d" providerId="AD" clId="Web-{BE8579BB-325D-A1D2-59D8-B8352144D96A}" dt="2026-05-22T12:22:56.162" v="841"/>
          <ac:spMkLst>
            <pc:docMk/>
            <pc:sldMk cId="3199424177" sldId="268"/>
            <ac:spMk id="13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2:03.333" v="827"/>
          <ac:spMkLst>
            <pc:docMk/>
            <pc:sldMk cId="3199424177" sldId="268"/>
            <ac:spMk id="15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1:32.613" v="817"/>
          <ac:spMkLst>
            <pc:docMk/>
            <pc:sldMk cId="3199424177" sldId="268"/>
            <ac:spMk id="16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1:28.316" v="815"/>
          <ac:spMkLst>
            <pc:docMk/>
            <pc:sldMk cId="3199424177" sldId="268"/>
            <ac:spMk id="17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1:25.550" v="814"/>
          <ac:spMkLst>
            <pc:docMk/>
            <pc:sldMk cId="3199424177" sldId="268"/>
            <ac:spMk id="18" creationId="{00000000-0000-0000-0000-000000000000}"/>
          </ac:spMkLst>
        </pc:spChg>
        <pc:spChg chg="del mod">
          <ac:chgData name="Maria Soledad Sanes (C-Inclusion)" userId="S::msoledad.c@aes.com::702a0c5a-74bf-4bf0-bf40-51a716155d3d" providerId="AD" clId="Web-{BE8579BB-325D-A1D2-59D8-B8352144D96A}" dt="2026-05-22T12:21:34.972" v="818"/>
          <ac:spMkLst>
            <pc:docMk/>
            <pc:sldMk cId="3199424177" sldId="268"/>
            <ac:spMk id="19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2:24.036" v="834" actId="1076"/>
          <ac:spMkLst>
            <pc:docMk/>
            <pc:sldMk cId="3199424177" sldId="268"/>
            <ac:spMk id="2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0:57.690" v="785"/>
          <ac:spMkLst>
            <pc:docMk/>
            <pc:sldMk cId="3199424177" sldId="268"/>
            <ac:spMk id="3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0:57.690" v="786"/>
          <ac:spMkLst>
            <pc:docMk/>
            <pc:sldMk cId="3199424177" sldId="268"/>
            <ac:spMk id="31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3:07.444" v="845" actId="20577"/>
          <ac:spMkLst>
            <pc:docMk/>
            <pc:sldMk cId="3199424177" sldId="268"/>
            <ac:spMk id="3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2:51.115" v="840" actId="20577"/>
          <ac:spMkLst>
            <pc:docMk/>
            <pc:sldMk cId="3199424177" sldId="268"/>
            <ac:spMk id="33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3:24.069" v="847" actId="20577"/>
          <ac:spMkLst>
            <pc:docMk/>
            <pc:sldMk cId="3199424177" sldId="268"/>
            <ac:spMk id="35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E8579BB-325D-A1D2-59D8-B8352144D96A}" dt="2026-05-22T12:22:21.177" v="833" actId="14100"/>
          <ac:spMkLst>
            <pc:docMk/>
            <pc:sldMk cId="3199424177" sldId="268"/>
            <ac:spMk id="36" creationId="{00000000-0000-0000-0000-000000000000}"/>
          </ac:spMkLst>
        </pc:spChg>
      </pc:sldChg>
    </pc:docChg>
  </pc:docChgLst>
  <pc:docChgLst>
    <pc:chgData name="Maria Soledad Sanes (C-Inclusion)" userId="S::msoledad.c@aes.com::702a0c5a-74bf-4bf0-bf40-51a716155d3d" providerId="AD" clId="Web-{BF93AB84-5D75-CEAE-0C28-CC7EB2D36F00}"/>
    <pc:docChg chg="addSld delSld modSld">
      <pc:chgData name="Maria Soledad Sanes (C-Inclusion)" userId="S::msoledad.c@aes.com::702a0c5a-74bf-4bf0-bf40-51a716155d3d" providerId="AD" clId="Web-{BF93AB84-5D75-CEAE-0C28-CC7EB2D36F00}" dt="2026-05-04T15:31:03.442" v="108" actId="14100"/>
      <pc:docMkLst>
        <pc:docMk/>
      </pc:docMkLst>
      <pc:sldChg chg="modSp">
        <pc:chgData name="Maria Soledad Sanes (C-Inclusion)" userId="S::msoledad.c@aes.com::702a0c5a-74bf-4bf0-bf40-51a716155d3d" providerId="AD" clId="Web-{BF93AB84-5D75-CEAE-0C28-CC7EB2D36F00}" dt="2026-05-04T14:58:30.014" v="91"/>
        <pc:sldMkLst>
          <pc:docMk/>
          <pc:sldMk cId="0" sldId="257"/>
        </pc:sldMkLst>
        <pc:spChg chg="mod">
          <ac:chgData name="Maria Soledad Sanes (C-Inclusion)" userId="S::msoledad.c@aes.com::702a0c5a-74bf-4bf0-bf40-51a716155d3d" providerId="AD" clId="Web-{BF93AB84-5D75-CEAE-0C28-CC7EB2D36F00}" dt="2026-05-04T14:26:42.157" v="77"/>
          <ac:spMkLst>
            <pc:docMk/>
            <pc:sldMk cId="0" sldId="257"/>
            <ac:spMk id="6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6:48.954" v="79" actId="20577"/>
          <ac:spMkLst>
            <pc:docMk/>
            <pc:sldMk cId="0" sldId="257"/>
            <ac:spMk id="61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58:29.905" v="86"/>
          <ac:spMkLst>
            <pc:docMk/>
            <pc:sldMk cId="0" sldId="257"/>
            <ac:spMk id="7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58:29.905" v="87"/>
          <ac:spMkLst>
            <pc:docMk/>
            <pc:sldMk cId="0" sldId="257"/>
            <ac:spMk id="71" creationId="{00000000-0000-0000-0000-000000000000}"/>
          </ac:spMkLst>
        </pc:spChg>
      </pc:sldChg>
      <pc:sldChg chg="modSp">
        <pc:chgData name="Maria Soledad Sanes (C-Inclusion)" userId="S::msoledad.c@aes.com::702a0c5a-74bf-4bf0-bf40-51a716155d3d" providerId="AD" clId="Web-{BF93AB84-5D75-CEAE-0C28-CC7EB2D36F00}" dt="2026-05-04T14:25:00.889" v="30" actId="1076"/>
        <pc:sldMkLst>
          <pc:docMk/>
          <pc:sldMk cId="0" sldId="260"/>
        </pc:sldMkLst>
        <pc:spChg chg="mod">
          <ac:chgData name="Maria Soledad Sanes (C-Inclusion)" userId="S::msoledad.c@aes.com::702a0c5a-74bf-4bf0-bf40-51a716155d3d" providerId="AD" clId="Web-{BF93AB84-5D75-CEAE-0C28-CC7EB2D36F00}" dt="2026-05-04T14:24:24.607" v="3" actId="20577"/>
          <ac:spMkLst>
            <pc:docMk/>
            <pc:sldMk cId="0" sldId="260"/>
            <ac:spMk id="108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4:31.404" v="8" actId="20577"/>
          <ac:spMkLst>
            <pc:docMk/>
            <pc:sldMk cId="0" sldId="260"/>
            <ac:spMk id="117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4:38.764" v="13" actId="20577"/>
          <ac:spMkLst>
            <pc:docMk/>
            <pc:sldMk cId="0" sldId="260"/>
            <ac:spMk id="126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4:48.264" v="17" actId="20577"/>
          <ac:spMkLst>
            <pc:docMk/>
            <pc:sldMk cId="0" sldId="260"/>
            <ac:spMk id="135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5:00.655" v="22" actId="1076"/>
          <ac:spMkLst>
            <pc:docMk/>
            <pc:sldMk cId="0" sldId="260"/>
            <ac:spMk id="136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5:00.686" v="23" actId="1076"/>
          <ac:spMkLst>
            <pc:docMk/>
            <pc:sldMk cId="0" sldId="260"/>
            <ac:spMk id="137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5:00.718" v="24" actId="1076"/>
          <ac:spMkLst>
            <pc:docMk/>
            <pc:sldMk cId="0" sldId="260"/>
            <ac:spMk id="138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5:00.733" v="25" actId="1076"/>
          <ac:spMkLst>
            <pc:docMk/>
            <pc:sldMk cId="0" sldId="260"/>
            <ac:spMk id="139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5:00.764" v="26" actId="1076"/>
          <ac:spMkLst>
            <pc:docMk/>
            <pc:sldMk cId="0" sldId="260"/>
            <ac:spMk id="14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5:00.796" v="27" actId="1076"/>
          <ac:spMkLst>
            <pc:docMk/>
            <pc:sldMk cId="0" sldId="260"/>
            <ac:spMk id="141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5:00.827" v="28" actId="1076"/>
          <ac:spMkLst>
            <pc:docMk/>
            <pc:sldMk cId="0" sldId="260"/>
            <ac:spMk id="14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5:00.858" v="29" actId="1076"/>
          <ac:spMkLst>
            <pc:docMk/>
            <pc:sldMk cId="0" sldId="260"/>
            <ac:spMk id="143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5:00.889" v="30" actId="1076"/>
          <ac:spMkLst>
            <pc:docMk/>
            <pc:sldMk cId="0" sldId="260"/>
            <ac:spMk id="144" creationId="{00000000-0000-0000-0000-000000000000}"/>
          </ac:spMkLst>
        </pc:spChg>
      </pc:sldChg>
      <pc:sldChg chg="modSp">
        <pc:chgData name="Maria Soledad Sanes (C-Inclusion)" userId="S::msoledad.c@aes.com::702a0c5a-74bf-4bf0-bf40-51a716155d3d" providerId="AD" clId="Web-{BF93AB84-5D75-CEAE-0C28-CC7EB2D36F00}" dt="2026-05-04T15:25:15.018" v="96"/>
        <pc:sldMkLst>
          <pc:docMk/>
          <pc:sldMk cId="0" sldId="261"/>
        </pc:sldMkLst>
        <pc:spChg chg="mod">
          <ac:chgData name="Maria Soledad Sanes (C-Inclusion)" userId="S::msoledad.c@aes.com::702a0c5a-74bf-4bf0-bf40-51a716155d3d" providerId="AD" clId="Web-{BF93AB84-5D75-CEAE-0C28-CC7EB2D36F00}" dt="2026-05-04T15:25:10.736" v="94" actId="14100"/>
          <ac:spMkLst>
            <pc:docMk/>
            <pc:sldMk cId="0" sldId="261"/>
            <ac:spMk id="64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5:25:15.018" v="96"/>
          <ac:spMkLst>
            <pc:docMk/>
            <pc:sldMk cId="0" sldId="261"/>
            <ac:spMk id="65" creationId="{00000000-0000-0000-0000-000000000000}"/>
          </ac:spMkLst>
        </pc:spChg>
      </pc:sldChg>
      <pc:sldChg chg="modSp">
        <pc:chgData name="Maria Soledad Sanes (C-Inclusion)" userId="S::msoledad.c@aes.com::702a0c5a-74bf-4bf0-bf40-51a716155d3d" providerId="AD" clId="Web-{BF93AB84-5D75-CEAE-0C28-CC7EB2D36F00}" dt="2026-05-04T15:31:03.442" v="108" actId="14100"/>
        <pc:sldMkLst>
          <pc:docMk/>
          <pc:sldMk cId="0" sldId="265"/>
        </pc:sldMkLst>
        <pc:spChg chg="mod">
          <ac:chgData name="Maria Soledad Sanes (C-Inclusion)" userId="S::msoledad.c@aes.com::702a0c5a-74bf-4bf0-bf40-51a716155d3d" providerId="AD" clId="Web-{BF93AB84-5D75-CEAE-0C28-CC7EB2D36F00}" dt="2026-05-04T14:25:20.359" v="40" actId="20577"/>
          <ac:spMkLst>
            <pc:docMk/>
            <pc:sldMk cId="0" sldId="265"/>
            <ac:spMk id="108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6:32.063" v="75" actId="20577"/>
          <ac:spMkLst>
            <pc:docMk/>
            <pc:sldMk cId="0" sldId="265"/>
            <ac:spMk id="117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5:27.234" v="45" actId="20577"/>
          <ac:spMkLst>
            <pc:docMk/>
            <pc:sldMk cId="0" sldId="265"/>
            <ac:spMk id="126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5:31:03.442" v="108" actId="14100"/>
          <ac:spMkLst>
            <pc:docMk/>
            <pc:sldMk cId="0" sldId="265"/>
            <ac:spMk id="135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5:50.031" v="56" actId="1076"/>
          <ac:spMkLst>
            <pc:docMk/>
            <pc:sldMk cId="0" sldId="265"/>
            <ac:spMk id="136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5:50.078" v="57" actId="1076"/>
          <ac:spMkLst>
            <pc:docMk/>
            <pc:sldMk cId="0" sldId="265"/>
            <ac:spMk id="137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5:50.109" v="58" actId="1076"/>
          <ac:spMkLst>
            <pc:docMk/>
            <pc:sldMk cId="0" sldId="265"/>
            <ac:spMk id="138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5:50.125" v="59" actId="1076"/>
          <ac:spMkLst>
            <pc:docMk/>
            <pc:sldMk cId="0" sldId="265"/>
            <ac:spMk id="139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5:50.156" v="60" actId="1076"/>
          <ac:spMkLst>
            <pc:docMk/>
            <pc:sldMk cId="0" sldId="265"/>
            <ac:spMk id="14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5:50.187" v="61" actId="1076"/>
          <ac:spMkLst>
            <pc:docMk/>
            <pc:sldMk cId="0" sldId="265"/>
            <ac:spMk id="141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5:50.203" v="62" actId="1076"/>
          <ac:spMkLst>
            <pc:docMk/>
            <pc:sldMk cId="0" sldId="265"/>
            <ac:spMk id="14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5:50.234" v="63" actId="1076"/>
          <ac:spMkLst>
            <pc:docMk/>
            <pc:sldMk cId="0" sldId="265"/>
            <ac:spMk id="143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F93AB84-5D75-CEAE-0C28-CC7EB2D36F00}" dt="2026-05-04T14:26:27.172" v="74" actId="20577"/>
          <ac:spMkLst>
            <pc:docMk/>
            <pc:sldMk cId="0" sldId="265"/>
            <ac:spMk id="144" creationId="{00000000-0000-0000-0000-000000000000}"/>
          </ac:spMkLst>
        </pc:spChg>
      </pc:sldChg>
    </pc:docChg>
  </pc:docChgLst>
  <pc:docChgLst>
    <pc:chgData name="Maria Soledad Sanes (C-Inclusion)" userId="S::msoledad.c@aes.com::702a0c5a-74bf-4bf0-bf40-51a716155d3d" providerId="AD" clId="Web-{B8A42778-C2FE-7802-FDD1-D63A8B97A531}"/>
    <pc:docChg chg="modSld">
      <pc:chgData name="Maria Soledad Sanes (C-Inclusion)" userId="S::msoledad.c@aes.com::702a0c5a-74bf-4bf0-bf40-51a716155d3d" providerId="AD" clId="Web-{B8A42778-C2FE-7802-FDD1-D63A8B97A531}" dt="2026-05-22T15:18:51.980" v="18" actId="20577"/>
      <pc:docMkLst>
        <pc:docMk/>
      </pc:docMkLst>
      <pc:sldChg chg="modSp">
        <pc:chgData name="Maria Soledad Sanes (C-Inclusion)" userId="S::msoledad.c@aes.com::702a0c5a-74bf-4bf0-bf40-51a716155d3d" providerId="AD" clId="Web-{B8A42778-C2FE-7802-FDD1-D63A8B97A531}" dt="2026-05-22T15:18:51.980" v="18" actId="20577"/>
        <pc:sldMkLst>
          <pc:docMk/>
          <pc:sldMk cId="0" sldId="257"/>
        </pc:sldMkLst>
        <pc:spChg chg="mod">
          <ac:chgData name="Maria Soledad Sanes (C-Inclusion)" userId="S::msoledad.c@aes.com::702a0c5a-74bf-4bf0-bf40-51a716155d3d" providerId="AD" clId="Web-{B8A42778-C2FE-7802-FDD1-D63A8B97A531}" dt="2026-05-22T15:18:42.371" v="14" actId="2057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7:35.025" v="0"/>
          <ac:spMkLst>
            <pc:docMk/>
            <pc:sldMk cId="0" sldId="257"/>
            <ac:spMk id="23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8:47.574" v="15" actId="20577"/>
          <ac:spMkLst>
            <pc:docMk/>
            <pc:sldMk cId="0" sldId="257"/>
            <ac:spMk id="4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8:48.964" v="17" actId="20577"/>
          <ac:spMkLst>
            <pc:docMk/>
            <pc:sldMk cId="0" sldId="257"/>
            <ac:spMk id="5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8:51.980" v="18" actId="20577"/>
          <ac:spMkLst>
            <pc:docMk/>
            <pc:sldMk cId="0" sldId="257"/>
            <ac:spMk id="61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7:35.025" v="0"/>
          <ac:spMkLst>
            <pc:docMk/>
            <pc:sldMk cId="0" sldId="257"/>
            <ac:spMk id="71" creationId="{00000000-0000-0000-0000-000000000000}"/>
          </ac:spMkLst>
        </pc:spChg>
      </pc:sldChg>
      <pc:sldChg chg="modSp">
        <pc:chgData name="Maria Soledad Sanes (C-Inclusion)" userId="S::msoledad.c@aes.com::702a0c5a-74bf-4bf0-bf40-51a716155d3d" providerId="AD" clId="Web-{B8A42778-C2FE-7802-FDD1-D63A8B97A531}" dt="2026-05-22T15:17:35.025" v="0"/>
        <pc:sldMkLst>
          <pc:docMk/>
          <pc:sldMk cId="0" sldId="258"/>
        </pc:sldMkLst>
        <pc:graphicFrameChg chg="modGraphic">
          <ac:chgData name="Maria Soledad Sanes (C-Inclusion)" userId="S::msoledad.c@aes.com::702a0c5a-74bf-4bf0-bf40-51a716155d3d" providerId="AD" clId="Web-{B8A42778-C2FE-7802-FDD1-D63A8B97A531}" dt="2026-05-22T15:17:35.025" v="0"/>
          <ac:graphicFrameMkLst>
            <pc:docMk/>
            <pc:sldMk cId="0" sldId="258"/>
            <ac:graphicFrameMk id="5" creationId="{00000000-0000-0000-0000-000000000000}"/>
          </ac:graphicFrameMkLst>
        </pc:graphicFrameChg>
      </pc:sldChg>
      <pc:sldChg chg="modSp">
        <pc:chgData name="Maria Soledad Sanes (C-Inclusion)" userId="S::msoledad.c@aes.com::702a0c5a-74bf-4bf0-bf40-51a716155d3d" providerId="AD" clId="Web-{B8A42778-C2FE-7802-FDD1-D63A8B97A531}" dt="2026-05-22T15:17:35.025" v="0"/>
        <pc:sldMkLst>
          <pc:docMk/>
          <pc:sldMk cId="0" sldId="260"/>
        </pc:sldMkLst>
        <pc:spChg chg="mod">
          <ac:chgData name="Maria Soledad Sanes (C-Inclusion)" userId="S::msoledad.c@aes.com::702a0c5a-74bf-4bf0-bf40-51a716155d3d" providerId="AD" clId="Web-{B8A42778-C2FE-7802-FDD1-D63A8B97A531}" dt="2026-05-22T15:17:35.025" v="0"/>
          <ac:spMkLst>
            <pc:docMk/>
            <pc:sldMk cId="0" sldId="260"/>
            <ac:spMk id="106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7:35.025" v="0"/>
          <ac:spMkLst>
            <pc:docMk/>
            <pc:sldMk cId="0" sldId="260"/>
            <ac:spMk id="107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7:35.025" v="0"/>
          <ac:spMkLst>
            <pc:docMk/>
            <pc:sldMk cId="0" sldId="260"/>
            <ac:spMk id="116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7:35.025" v="0"/>
          <ac:spMkLst>
            <pc:docMk/>
            <pc:sldMk cId="0" sldId="260"/>
            <ac:spMk id="124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7:35.025" v="0"/>
          <ac:spMkLst>
            <pc:docMk/>
            <pc:sldMk cId="0" sldId="260"/>
            <ac:spMk id="125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7:35.025" v="0"/>
          <ac:spMkLst>
            <pc:docMk/>
            <pc:sldMk cId="0" sldId="260"/>
            <ac:spMk id="133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7:35.025" v="0"/>
          <ac:spMkLst>
            <pc:docMk/>
            <pc:sldMk cId="0" sldId="260"/>
            <ac:spMk id="134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7:35.025" v="0"/>
          <ac:spMkLst>
            <pc:docMk/>
            <pc:sldMk cId="0" sldId="260"/>
            <ac:spMk id="14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7:35.025" v="0"/>
          <ac:spMkLst>
            <pc:docMk/>
            <pc:sldMk cId="0" sldId="260"/>
            <ac:spMk id="143" creationId="{00000000-0000-0000-0000-000000000000}"/>
          </ac:spMkLst>
        </pc:spChg>
      </pc:sldChg>
      <pc:sldChg chg="modSp">
        <pc:chgData name="Maria Soledad Sanes (C-Inclusion)" userId="S::msoledad.c@aes.com::702a0c5a-74bf-4bf0-bf40-51a716155d3d" providerId="AD" clId="Web-{B8A42778-C2FE-7802-FDD1-D63A8B97A531}" dt="2026-05-22T15:17:35.025" v="0"/>
        <pc:sldMkLst>
          <pc:docMk/>
          <pc:sldMk cId="0" sldId="261"/>
        </pc:sldMkLst>
        <pc:spChg chg="mod">
          <ac:chgData name="Maria Soledad Sanes (C-Inclusion)" userId="S::msoledad.c@aes.com::702a0c5a-74bf-4bf0-bf40-51a716155d3d" providerId="AD" clId="Web-{B8A42778-C2FE-7802-FDD1-D63A8B97A531}" dt="2026-05-22T15:17:35.025" v="0"/>
          <ac:spMkLst>
            <pc:docMk/>
            <pc:sldMk cId="0" sldId="261"/>
            <ac:spMk id="6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7:35.025" v="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7:35.025" v="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7:35.025" v="0"/>
          <ac:spMkLst>
            <pc:docMk/>
            <pc:sldMk cId="0" sldId="261"/>
            <ac:spMk id="2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7:35.025" v="0"/>
          <ac:spMkLst>
            <pc:docMk/>
            <pc:sldMk cId="0" sldId="261"/>
            <ac:spMk id="25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7:35.025" v="0"/>
          <ac:spMkLst>
            <pc:docMk/>
            <pc:sldMk cId="0" sldId="261"/>
            <ac:spMk id="30" creationId="{00000000-0000-0000-0000-000000000000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7:35.025" v="0"/>
          <ac:spMkLst>
            <pc:docMk/>
            <pc:sldMk cId="0" sldId="261"/>
            <ac:spMk id="34" creationId="{00000000-0000-0000-0000-000000000000}"/>
          </ac:spMkLst>
        </pc:spChg>
      </pc:sldChg>
      <pc:sldChg chg="modSp">
        <pc:chgData name="Maria Soledad Sanes (C-Inclusion)" userId="S::msoledad.c@aes.com::702a0c5a-74bf-4bf0-bf40-51a716155d3d" providerId="AD" clId="Web-{B8A42778-C2FE-7802-FDD1-D63A8B97A531}" dt="2026-05-22T15:17:43.994" v="1" actId="14100"/>
        <pc:sldMkLst>
          <pc:docMk/>
          <pc:sldMk cId="0" sldId="265"/>
        </pc:sldMkLst>
        <pc:spChg chg="mod">
          <ac:chgData name="Maria Soledad Sanes (C-Inclusion)" userId="S::msoledad.c@aes.com::702a0c5a-74bf-4bf0-bf40-51a716155d3d" providerId="AD" clId="Web-{B8A42778-C2FE-7802-FDD1-D63A8B97A531}" dt="2026-05-22T15:17:43.994" v="1" actId="14100"/>
          <ac:spMkLst>
            <pc:docMk/>
            <pc:sldMk cId="0" sldId="265"/>
            <ac:spMk id="107" creationId="{00000000-0000-0000-0000-000000000000}"/>
          </ac:spMkLst>
        </pc:spChg>
      </pc:sldChg>
      <pc:sldChg chg="delSp modSp">
        <pc:chgData name="Maria Soledad Sanes (C-Inclusion)" userId="S::msoledad.c@aes.com::702a0c5a-74bf-4bf0-bf40-51a716155d3d" providerId="AD" clId="Web-{B8A42778-C2FE-7802-FDD1-D63A8B97A531}" dt="2026-05-22T15:17:59.947" v="6" actId="14100"/>
        <pc:sldMkLst>
          <pc:docMk/>
          <pc:sldMk cId="2449597575" sldId="266"/>
        </pc:sldMkLst>
        <pc:spChg chg="del">
          <ac:chgData name="Maria Soledad Sanes (C-Inclusion)" userId="S::msoledad.c@aes.com::702a0c5a-74bf-4bf0-bf40-51a716155d3d" providerId="AD" clId="Web-{B8A42778-C2FE-7802-FDD1-D63A8B97A531}" dt="2026-05-22T15:17:55.135" v="4"/>
          <ac:spMkLst>
            <pc:docMk/>
            <pc:sldMk cId="2449597575" sldId="266"/>
            <ac:spMk id="12" creationId="{DEDF85CE-6A8A-9313-B9AE-E38AD1090B8D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7:50.260" v="3" actId="1076"/>
          <ac:spMkLst>
            <pc:docMk/>
            <pc:sldMk cId="2449597575" sldId="266"/>
            <ac:spMk id="20" creationId="{503F03B8-3F7F-962B-7D0F-CF38FD6F6F72}"/>
          </ac:spMkLst>
        </pc:spChg>
        <pc:spChg chg="mod">
          <ac:chgData name="Maria Soledad Sanes (C-Inclusion)" userId="S::msoledad.c@aes.com::702a0c5a-74bf-4bf0-bf40-51a716155d3d" providerId="AD" clId="Web-{B8A42778-C2FE-7802-FDD1-D63A8B97A531}" dt="2026-05-22T15:17:59.947" v="6" actId="14100"/>
          <ac:spMkLst>
            <pc:docMk/>
            <pc:sldMk cId="2449597575" sldId="266"/>
            <ac:spMk id="23" creationId="{4F7888DD-618C-5DC6-0177-902F171B25D0}"/>
          </ac:spMkLst>
        </pc:spChg>
        <pc:spChg chg="del">
          <ac:chgData name="Maria Soledad Sanes (C-Inclusion)" userId="S::msoledad.c@aes.com::702a0c5a-74bf-4bf0-bf40-51a716155d3d" providerId="AD" clId="Web-{B8A42778-C2FE-7802-FDD1-D63A8B97A531}" dt="2026-05-22T15:17:56.369" v="5"/>
          <ac:spMkLst>
            <pc:docMk/>
            <pc:sldMk cId="2449597575" sldId="266"/>
            <ac:spMk id="25" creationId="{1C53A2D1-FEE8-B39C-B856-01696FFFA8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9BD0F-2416-42F2-95E5-91339D244C12}" type="datetimeFigureOut"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2FD86E-57E2-4F84-8B7A-25AD9EB9BF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911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0690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8224" cy="6858000"/>
          </a:xfrm>
          <a:prstGeom prst="rect">
            <a:avLst/>
          </a:prstGeom>
          <a:solidFill>
            <a:srgbClr val="2BCCEA"/>
          </a:solidFill>
          <a:ln w="12700">
            <a:solidFill>
              <a:srgbClr val="2BCCE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sz="3200"/>
          </a:p>
        </p:txBody>
      </p:sp>
      <p:sp>
        <p:nvSpPr>
          <p:cNvPr id="3" name="Shape 1"/>
          <p:cNvSpPr/>
          <p:nvPr/>
        </p:nvSpPr>
        <p:spPr>
          <a:xfrm>
            <a:off x="9509760" y="-1097280"/>
            <a:ext cx="4267200" cy="4267200"/>
          </a:xfrm>
          <a:prstGeom prst="ellipse">
            <a:avLst/>
          </a:prstGeom>
          <a:solidFill>
            <a:srgbClr val="334DFF">
              <a:alpha val="25000"/>
            </a:srgbClr>
          </a:solidFill>
          <a:ln w="12700">
            <a:solidFill>
              <a:srgbClr val="334DFF">
                <a:alpha val="25000"/>
              </a:srgbClr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sz="3200"/>
          </a:p>
        </p:txBody>
      </p:sp>
      <p:sp>
        <p:nvSpPr>
          <p:cNvPr id="4" name="Shape 2"/>
          <p:cNvSpPr/>
          <p:nvPr/>
        </p:nvSpPr>
        <p:spPr>
          <a:xfrm>
            <a:off x="10363200" y="4632960"/>
            <a:ext cx="3048000" cy="3048000"/>
          </a:xfrm>
          <a:prstGeom prst="ellipse">
            <a:avLst/>
          </a:prstGeom>
          <a:solidFill>
            <a:srgbClr val="2BCCEA">
              <a:alpha val="18000"/>
            </a:srgbClr>
          </a:solidFill>
          <a:ln w="12700">
            <a:solidFill>
              <a:srgbClr val="2BCCEA">
                <a:alpha val="18000"/>
              </a:srgbClr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sz="3200"/>
          </a:p>
        </p:txBody>
      </p:sp>
      <p:sp>
        <p:nvSpPr>
          <p:cNvPr id="5" name="Text 3"/>
          <p:cNvSpPr/>
          <p:nvPr/>
        </p:nvSpPr>
        <p:spPr>
          <a:xfrm>
            <a:off x="670560" y="1706880"/>
            <a:ext cx="10363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867" b="1" kern="0" spc="400">
                <a:solidFill>
                  <a:srgbClr val="1A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 PROJECT</a:t>
            </a:r>
            <a:endParaRPr lang="en-US" sz="5867"/>
          </a:p>
        </p:txBody>
      </p:sp>
      <p:sp>
        <p:nvSpPr>
          <p:cNvPr id="6" name="Text 4"/>
          <p:cNvSpPr/>
          <p:nvPr/>
        </p:nvSpPr>
        <p:spPr>
          <a:xfrm>
            <a:off x="670560" y="3108960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Status Update  |  May 22, 2026</a:t>
            </a:r>
          </a:p>
        </p:txBody>
      </p:sp>
      <p:sp>
        <p:nvSpPr>
          <p:cNvPr id="7" name="Shape 5"/>
          <p:cNvSpPr/>
          <p:nvPr/>
        </p:nvSpPr>
        <p:spPr>
          <a:xfrm>
            <a:off x="670560" y="3901440"/>
            <a:ext cx="5486400" cy="60960"/>
          </a:xfrm>
          <a:prstGeom prst="rect">
            <a:avLst/>
          </a:prstGeom>
          <a:solidFill>
            <a:srgbClr val="DCE1FF"/>
          </a:solidFill>
          <a:ln w="12700">
            <a:solidFill>
              <a:srgbClr val="DCE1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sz="32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B368A57-1636-5B6A-6FC3-BDC902F09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298" y="5496560"/>
            <a:ext cx="2607733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506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4" name="ProjTag"/>
          <p:cNvSpPr txBox="1"/>
          <p:nvPr/>
        </p:nvSpPr>
        <p:spPr>
          <a:xfrm>
            <a:off x="10058400" y="201168"/>
            <a:ext cx="19202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400">
                <a:solidFill>
                  <a:srgbClr val="00BCD4"/>
                </a:solidFill>
                <a:latin typeface="Segoe UI"/>
              </a:defRPr>
            </a:pPr>
            <a:r>
              <a:t>Cashflow Project</a:t>
            </a:r>
          </a:p>
        </p:txBody>
      </p:sp>
      <p:sp>
        <p:nvSpPr>
          <p:cNvPr id="10" name="Card1BG"/>
          <p:cNvSpPr/>
          <p:nvPr/>
        </p:nvSpPr>
        <p:spPr>
          <a:xfrm>
            <a:off x="457200" y="1000000"/>
            <a:ext cx="2162160" cy="181617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ard1Accent"/>
          <p:cNvSpPr/>
          <p:nvPr/>
        </p:nvSpPr>
        <p:spPr>
          <a:xfrm>
            <a:off x="457200" y="1000000"/>
            <a:ext cx="2162160" cy="76200"/>
          </a:xfrm>
          <a:prstGeom prst="rect">
            <a:avLst/>
          </a:prstGeom>
          <a:solidFill>
            <a:srgbClr val="00A6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Card1Num"/>
          <p:cNvSpPr txBox="1"/>
          <p:nvPr/>
        </p:nvSpPr>
        <p:spPr>
          <a:xfrm>
            <a:off x="457200" y="1100000"/>
            <a:ext cx="2162160" cy="9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5200" b="1">
                <a:solidFill>
                  <a:srgbClr val="00A65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" name="Card1Label"/>
          <p:cNvSpPr txBox="1"/>
          <p:nvPr/>
        </p:nvSpPr>
        <p:spPr>
          <a:xfrm>
            <a:off x="457200" y="2000000"/>
            <a:ext cx="216216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666666"/>
                </a:solidFill>
                <a:latin typeface="Segoe UI"/>
              </a:defRPr>
            </a:pPr>
            <a:r>
              <a:t>Done</a:t>
            </a:r>
          </a:p>
        </p:txBody>
      </p:sp>
      <p:sp>
        <p:nvSpPr>
          <p:cNvPr id="20" name="Card2BG"/>
          <p:cNvSpPr/>
          <p:nvPr/>
        </p:nvSpPr>
        <p:spPr>
          <a:xfrm>
            <a:off x="2740320" y="1000000"/>
            <a:ext cx="2162160" cy="181617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ard2Accent"/>
          <p:cNvSpPr/>
          <p:nvPr/>
        </p:nvSpPr>
        <p:spPr>
          <a:xfrm>
            <a:off x="2740320" y="1000000"/>
            <a:ext cx="2162160" cy="762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Card2Num"/>
          <p:cNvSpPr txBox="1"/>
          <p:nvPr/>
        </p:nvSpPr>
        <p:spPr>
          <a:xfrm>
            <a:off x="2740320" y="1100000"/>
            <a:ext cx="2162160" cy="900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>
              <a:defRPr sz="5200" b="1">
                <a:solidFill>
                  <a:srgbClr val="7B5EA7"/>
                </a:solidFill>
                <a:latin typeface="Segoe UI"/>
              </a:defRPr>
            </a:pPr>
            <a:r>
              <a:rPr lang="en-US">
                <a:cs typeface="Segoe UI"/>
              </a:rPr>
              <a:t>7</a:t>
            </a:r>
            <a:endParaRPr lang="en-US" dirty="0">
              <a:cs typeface="Segoe UI"/>
            </a:endParaRPr>
          </a:p>
        </p:txBody>
      </p:sp>
      <p:sp>
        <p:nvSpPr>
          <p:cNvPr id="23" name="Card2Label"/>
          <p:cNvSpPr txBox="1"/>
          <p:nvPr/>
        </p:nvSpPr>
        <p:spPr>
          <a:xfrm>
            <a:off x="2740320" y="1950000"/>
            <a:ext cx="2162160" cy="4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666666"/>
                </a:solidFill>
                <a:latin typeface="Segoe UI"/>
              </a:defRPr>
            </a:pPr>
            <a:r>
              <a:rPr lang="en-US"/>
              <a:t>Ready for deployment</a:t>
            </a:r>
            <a:endParaRPr/>
          </a:p>
        </p:txBody>
      </p:sp>
      <p:sp>
        <p:nvSpPr>
          <p:cNvPr id="24" name="Card2Sub"/>
          <p:cNvSpPr txBox="1"/>
          <p:nvPr/>
        </p:nvSpPr>
        <p:spPr>
          <a:xfrm>
            <a:off x="2740320" y="2360000"/>
            <a:ext cx="2162160" cy="2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>
                <a:solidFill>
                  <a:srgbClr val="7B5EA7"/>
                </a:solidFill>
                <a:latin typeface="Segoe UI"/>
              </a:defRPr>
            </a:pPr>
            <a:r>
              <a:t>SCI-2 · SCI-3 · SCI-4 · SCI-6 · SCI-7 · SCI-9</a:t>
            </a:r>
          </a:p>
        </p:txBody>
      </p:sp>
      <p:sp>
        <p:nvSpPr>
          <p:cNvPr id="30" name="Card3BG"/>
          <p:cNvSpPr/>
          <p:nvPr/>
        </p:nvSpPr>
        <p:spPr>
          <a:xfrm>
            <a:off x="5023440" y="1000000"/>
            <a:ext cx="2162160" cy="181617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ard3Accent"/>
          <p:cNvSpPr/>
          <p:nvPr/>
        </p:nvSpPr>
        <p:spPr>
          <a:xfrm>
            <a:off x="5023440" y="1000000"/>
            <a:ext cx="2162160" cy="76200"/>
          </a:xfrm>
          <a:prstGeom prst="rect">
            <a:avLst/>
          </a:prstGeom>
          <a:solidFill>
            <a:srgbClr val="9C7C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Card3Num"/>
          <p:cNvSpPr txBox="1"/>
          <p:nvPr/>
        </p:nvSpPr>
        <p:spPr>
          <a:xfrm>
            <a:off x="5023440" y="1100000"/>
            <a:ext cx="2162160" cy="9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5200" b="1">
                <a:solidFill>
                  <a:srgbClr val="9C7CDB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3" name="Card3Label"/>
          <p:cNvSpPr txBox="1"/>
          <p:nvPr/>
        </p:nvSpPr>
        <p:spPr>
          <a:xfrm>
            <a:off x="5023440" y="1950000"/>
            <a:ext cx="2162160" cy="4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666666"/>
                </a:solidFill>
                <a:latin typeface="Segoe UI"/>
              </a:defRPr>
            </a:pPr>
            <a:r>
              <a:t>In Dev / Progress</a:t>
            </a:r>
          </a:p>
        </p:txBody>
      </p:sp>
      <p:sp>
        <p:nvSpPr>
          <p:cNvPr id="34" name="Card3Sub"/>
          <p:cNvSpPr txBox="1"/>
          <p:nvPr/>
        </p:nvSpPr>
        <p:spPr>
          <a:xfrm>
            <a:off x="5023440" y="2360000"/>
            <a:ext cx="2162160" cy="2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>
                <a:solidFill>
                  <a:srgbClr val="9C7CDB"/>
                </a:solidFill>
                <a:latin typeface="Segoe UI"/>
              </a:defRPr>
            </a:pPr>
            <a:r>
              <a:t>SCI-10 · SCI-12 · SCI-17 · SCI-18 · Role · CPM-040</a:t>
            </a:r>
          </a:p>
        </p:txBody>
      </p:sp>
      <p:sp>
        <p:nvSpPr>
          <p:cNvPr id="40" name="Card4BG"/>
          <p:cNvSpPr/>
          <p:nvPr/>
        </p:nvSpPr>
        <p:spPr>
          <a:xfrm>
            <a:off x="7306560" y="1000000"/>
            <a:ext cx="2162160" cy="181617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ard4Accent"/>
          <p:cNvSpPr/>
          <p:nvPr/>
        </p:nvSpPr>
        <p:spPr>
          <a:xfrm>
            <a:off x="7306560" y="1000000"/>
            <a:ext cx="2162160" cy="76200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Card4Num"/>
          <p:cNvSpPr txBox="1"/>
          <p:nvPr/>
        </p:nvSpPr>
        <p:spPr>
          <a:xfrm>
            <a:off x="7306560" y="1100000"/>
            <a:ext cx="2162160" cy="900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3483FA"/>
                </a:solidFill>
                <a:latin typeface="Segoe UI"/>
              </a:defRPr>
            </a:pPr>
            <a:r>
              <a:rPr lang="en-US"/>
              <a:t>7</a:t>
            </a:r>
            <a:endParaRPr/>
          </a:p>
        </p:txBody>
      </p:sp>
      <p:sp>
        <p:nvSpPr>
          <p:cNvPr id="43" name="Card4Label"/>
          <p:cNvSpPr txBox="1"/>
          <p:nvPr/>
        </p:nvSpPr>
        <p:spPr>
          <a:xfrm>
            <a:off x="7306560" y="1950000"/>
            <a:ext cx="2162160" cy="4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66666"/>
                </a:solidFill>
                <a:latin typeface="Segoe UI"/>
              </a:defRPr>
            </a:pPr>
            <a:r>
              <a:t>Ready / Analysis / TO-DO</a:t>
            </a:r>
          </a:p>
        </p:txBody>
      </p:sp>
      <p:sp>
        <p:nvSpPr>
          <p:cNvPr id="44" name="Card4Sub"/>
          <p:cNvSpPr txBox="1"/>
          <p:nvPr/>
        </p:nvSpPr>
        <p:spPr>
          <a:xfrm>
            <a:off x="7306560" y="2360000"/>
            <a:ext cx="2162160" cy="2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3483FA"/>
                </a:solidFill>
                <a:latin typeface="Segoe UI"/>
              </a:defRPr>
            </a:pPr>
            <a:r>
              <a:t>SCI-5 · SCI-8 · SCI-11 · SCI-13 · SCI-14 · SCI-15</a:t>
            </a:r>
          </a:p>
        </p:txBody>
      </p:sp>
      <p:sp>
        <p:nvSpPr>
          <p:cNvPr id="50" name="Card5BG"/>
          <p:cNvSpPr/>
          <p:nvPr/>
        </p:nvSpPr>
        <p:spPr>
          <a:xfrm>
            <a:off x="9589680" y="1000000"/>
            <a:ext cx="2162160" cy="181617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Card5Accent"/>
          <p:cNvSpPr/>
          <p:nvPr/>
        </p:nvSpPr>
        <p:spPr>
          <a:xfrm>
            <a:off x="9589680" y="1000000"/>
            <a:ext cx="2162160" cy="7620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Card5Num"/>
          <p:cNvSpPr txBox="1"/>
          <p:nvPr/>
        </p:nvSpPr>
        <p:spPr>
          <a:xfrm>
            <a:off x="9589680" y="1100000"/>
            <a:ext cx="2162160" cy="900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9E9E9E"/>
                </a:solidFill>
                <a:latin typeface="Segoe UI"/>
              </a:defRPr>
            </a:pPr>
            <a:r>
              <a:rPr lang="en-US">
                <a:cs typeface="Segoe UI"/>
              </a:rPr>
              <a:t>21</a:t>
            </a:r>
            <a:endParaRPr lang="en-US" dirty="0">
              <a:cs typeface="Segoe UI"/>
            </a:endParaRPr>
          </a:p>
        </p:txBody>
      </p:sp>
      <p:sp>
        <p:nvSpPr>
          <p:cNvPr id="53" name="Card5Label"/>
          <p:cNvSpPr txBox="1"/>
          <p:nvPr/>
        </p:nvSpPr>
        <p:spPr>
          <a:xfrm>
            <a:off x="9589680" y="1950000"/>
            <a:ext cx="2162160" cy="4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Segoe UI"/>
              </a:defRPr>
            </a:pPr>
            <a:r>
              <a:t>Total Items</a:t>
            </a:r>
          </a:p>
        </p:txBody>
      </p:sp>
      <p:sp>
        <p:nvSpPr>
          <p:cNvPr id="60" name="TotalBG"/>
          <p:cNvSpPr/>
          <p:nvPr/>
        </p:nvSpPr>
        <p:spPr>
          <a:xfrm>
            <a:off x="11266040" y="657100"/>
            <a:ext cx="685800" cy="6858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 sz="2400"/>
          </a:p>
        </p:txBody>
      </p:sp>
      <p:sp>
        <p:nvSpPr>
          <p:cNvPr id="61" name="TotalNum"/>
          <p:cNvSpPr txBox="1"/>
          <p:nvPr/>
        </p:nvSpPr>
        <p:spPr>
          <a:xfrm>
            <a:off x="11266040" y="737100"/>
            <a:ext cx="685800" cy="450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rPr lang="en-US"/>
              <a:t>21</a:t>
            </a:r>
            <a:endParaRPr lang="en-US">
              <a:solidFill>
                <a:schemeClr val="bg1"/>
              </a:solidFill>
              <a:cs typeface="Segoe UI"/>
            </a:endParaRPr>
          </a:p>
        </p:txBody>
      </p:sp>
      <p:sp>
        <p:nvSpPr>
          <p:cNvPr id="62" name="TotalLabel"/>
          <p:cNvSpPr txBox="1"/>
          <p:nvPr/>
        </p:nvSpPr>
        <p:spPr>
          <a:xfrm>
            <a:off x="11266040" y="137290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1B2A4A"/>
                </a:solidFill>
                <a:latin typeface="Segoe UI"/>
              </a:defRPr>
            </a:pPr>
            <a:r>
              <a:t>Total Items</a:t>
            </a:r>
          </a:p>
        </p:txBody>
      </p:sp>
      <p:sp>
        <p:nvSpPr>
          <p:cNvPr id="70" name="OvTitle"/>
          <p:cNvSpPr txBox="1"/>
          <p:nvPr/>
        </p:nvSpPr>
        <p:spPr>
          <a:xfrm>
            <a:off x="527023" y="3170723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2A4A"/>
                </a:solidFill>
                <a:latin typeface="Segoe UI"/>
              </a:defRPr>
            </a:pPr>
            <a:r>
              <a:rPr sz="1400"/>
              <a:t>Overview</a:t>
            </a:r>
          </a:p>
        </p:txBody>
      </p:sp>
      <p:sp>
        <p:nvSpPr>
          <p:cNvPr id="71" name="Bullet1"/>
          <p:cNvSpPr txBox="1"/>
          <p:nvPr/>
        </p:nvSpPr>
        <p:spPr>
          <a:xfrm>
            <a:off x="550262" y="3610723"/>
            <a:ext cx="10805361" cy="285514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marL="285750" indent="-285750">
              <a:lnSpc>
                <a:spcPct val="150000"/>
              </a:lnSpc>
              <a:buFont typeface="Arial"/>
              <a:buChar char="•"/>
              <a:defRPr sz="1300">
                <a:solidFill>
                  <a:srgbClr val="444444"/>
                </a:solidFill>
                <a:latin typeface="Segoe UI"/>
              </a:defRPr>
            </a:pPr>
            <a:r>
              <a:rPr lang="en-US" sz="1400"/>
              <a:t>SCI-1 is done. </a:t>
            </a:r>
            <a:endParaRPr lang="en-US" sz="1400"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defRPr sz="1300">
                <a:solidFill>
                  <a:srgbClr val="444444"/>
                </a:solidFill>
                <a:latin typeface="Segoe UI"/>
              </a:defRPr>
            </a:pPr>
            <a:r>
              <a:rPr lang="en-US" sz="1400"/>
              <a:t>Ready for deployment: SCI-2, SCI-3, SCI-4, SCI-6, SCI-7 and SCI-9. SCI-9 is due May 26; the rest are due May 22</a:t>
            </a:r>
            <a:endParaRPr lang="en-US" sz="1400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defRPr sz="1300">
                <a:solidFill>
                  <a:srgbClr val="444444"/>
                </a:solidFill>
                <a:latin typeface="Segoe UI"/>
              </a:defRPr>
            </a:pPr>
            <a:r>
              <a:rPr lang="en-US" sz="1400"/>
              <a:t>In Development: SCI-10 and SCI-12, both due May 23.</a:t>
            </a:r>
            <a:endParaRPr lang="en-US" sz="1400">
              <a:solidFill>
                <a:srgbClr val="000000"/>
              </a:solidFill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defRPr sz="1300">
                <a:solidFill>
                  <a:srgbClr val="444444"/>
                </a:solidFill>
                <a:latin typeface="Segoe UI"/>
              </a:defRPr>
            </a:pPr>
            <a:r>
              <a:rPr lang="en-US" sz="1400">
                <a:cs typeface="Segoe UI"/>
              </a:rPr>
              <a:t>In Progress: SCI-17 Sycamore Cross PO, SCI-18 Procurement Forecasting Individual, Keily role assignment.</a:t>
            </a:r>
            <a:endParaRPr lang="en-US" sz="1400">
              <a:solidFill>
                <a:srgbClr val="000000"/>
              </a:solidFill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defRPr sz="1300">
                <a:solidFill>
                  <a:srgbClr val="444444"/>
                </a:solidFill>
                <a:latin typeface="Segoe UI"/>
              </a:defRPr>
            </a:pPr>
            <a:r>
              <a:rPr lang="en-US" sz="1400">
                <a:cs typeface="Segoe UI"/>
              </a:rPr>
              <a:t>Ready / Analysis / Backlog: SCI-5 and SCI-11 ready to start; SCI-14/15 in analysis; SCI-8 and SCI-13 To Do.</a:t>
            </a:r>
            <a:endParaRPr lang="en-US" sz="1400">
              <a:solidFill>
                <a:srgbClr val="000000"/>
              </a:solidFill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defRPr sz="1300">
                <a:solidFill>
                  <a:srgbClr val="444444"/>
                </a:solidFill>
                <a:latin typeface="Segoe UI"/>
              </a:defRPr>
            </a:pPr>
            <a:r>
              <a:rPr lang="en-US" sz="1400">
                <a:cs typeface="Segoe UI"/>
              </a:rPr>
              <a:t>Main attention: SCI-9 rule definition, traceability and RITM1185647; RITM1183406 was completed by Antonio.</a:t>
            </a:r>
            <a:endParaRPr lang="en-US" sz="1400">
              <a:solidFill>
                <a:srgbClr val="000000"/>
              </a:solidFill>
              <a:cs typeface="Segoe UI"/>
            </a:endParaRPr>
          </a:p>
          <a:p>
            <a:pPr>
              <a:defRPr sz="1300">
                <a:solidFill>
                  <a:srgbClr val="444444"/>
                </a:solidFill>
                <a:latin typeface="Segoe UI"/>
              </a:defRPr>
            </a:pPr>
            <a:endParaRPr lang="en-US" sz="1600">
              <a:cs typeface="Segoe UI"/>
            </a:endParaRPr>
          </a:p>
          <a:p>
            <a:pPr>
              <a:defRPr sz="1300">
                <a:solidFill>
                  <a:srgbClr val="444444"/>
                </a:solidFill>
                <a:latin typeface="Segoe UI"/>
              </a:defRPr>
            </a:pPr>
            <a:endParaRPr lang="en-US" sz="1600">
              <a:cs typeface="Segoe UI"/>
            </a:endParaRPr>
          </a:p>
          <a:p>
            <a:pPr>
              <a:defRPr sz="1300">
                <a:solidFill>
                  <a:srgbClr val="444444"/>
                </a:solidFill>
                <a:latin typeface="Segoe UI"/>
              </a:defRPr>
            </a:pPr>
            <a:endParaRPr lang="en-US" sz="1600"/>
          </a:p>
          <a:p>
            <a:pPr>
              <a:defRPr sz="1300">
                <a:solidFill>
                  <a:srgbClr val="444444"/>
                </a:solidFill>
                <a:latin typeface="Segoe UI"/>
              </a:defRPr>
            </a:pPr>
            <a:endParaRPr lang="en-US" sz="1600"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TESTING — DETAIL</a:t>
            </a:r>
          </a:p>
        </p:txBody>
      </p:sp>
      <p:sp>
        <p:nvSpPr>
          <p:cNvPr id="4" name="ProjTag"/>
          <p:cNvSpPr txBox="1"/>
          <p:nvPr/>
        </p:nvSpPr>
        <p:spPr>
          <a:xfrm>
            <a:off x="10058400" y="201168"/>
            <a:ext cx="19202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400">
                <a:solidFill>
                  <a:srgbClr val="00BCD4"/>
                </a:solidFill>
                <a:latin typeface="Segoe UI"/>
              </a:defRPr>
            </a:pPr>
            <a:r>
              <a:t>Cashflow Project</a:t>
            </a:r>
          </a:p>
        </p:txBody>
      </p:sp>
      <p:sp>
        <p:nvSpPr>
          <p:cNvPr id="100" name="SCI-2BG"/>
          <p:cNvSpPr/>
          <p:nvPr/>
        </p:nvSpPr>
        <p:spPr>
          <a:xfrm>
            <a:off x="640080" y="980000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SCI-2Bar"/>
          <p:cNvSpPr/>
          <p:nvPr/>
        </p:nvSpPr>
        <p:spPr>
          <a:xfrm>
            <a:off x="640080" y="980000"/>
            <a:ext cx="5486400" cy="762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SCI-2Sci"/>
          <p:cNvSpPr txBox="1"/>
          <p:nvPr/>
        </p:nvSpPr>
        <p:spPr>
          <a:xfrm>
            <a:off x="640080" y="1034583"/>
            <a:ext cx="759490" cy="290533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⭐ SCI-2</a:t>
            </a:r>
          </a:p>
        </p:txBody>
      </p:sp>
      <p:sp>
        <p:nvSpPr>
          <p:cNvPr id="103" name="SCI-2Pri"/>
          <p:cNvSpPr txBox="1"/>
          <p:nvPr/>
        </p:nvSpPr>
        <p:spPr>
          <a:xfrm>
            <a:off x="1371600" y="1056200"/>
            <a:ext cx="411480" cy="274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104" name="SCI-2Own"/>
          <p:cNvSpPr txBox="1"/>
          <p:nvPr/>
        </p:nvSpPr>
        <p:spPr>
          <a:xfrm>
            <a:off x="2442940" y="1110243"/>
            <a:ext cx="3661923" cy="26351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t>Owner: Jenn / Bushan · Assigned: Camilo Amaury</a:t>
            </a:r>
          </a:p>
        </p:txBody>
      </p:sp>
      <p:sp>
        <p:nvSpPr>
          <p:cNvPr id="105" name="SCI-2Ttl"/>
          <p:cNvSpPr txBox="1"/>
          <p:nvPr/>
        </p:nvSpPr>
        <p:spPr>
          <a:xfrm>
            <a:off x="640080" y="1427797"/>
            <a:ext cx="5486400" cy="4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Segoe UI"/>
              </a:defRPr>
            </a:pPr>
            <a:r>
              <a:t>Upload Provisional Cost — Download Template broken</a:t>
            </a:r>
          </a:p>
        </p:txBody>
      </p:sp>
      <p:sp>
        <p:nvSpPr>
          <p:cNvPr id="106" name="SCI-2Dsc"/>
          <p:cNvSpPr txBox="1"/>
          <p:nvPr/>
        </p:nvSpPr>
        <p:spPr>
          <a:xfrm>
            <a:off x="640080" y="1750560"/>
            <a:ext cx="5486400" cy="42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00">
                <a:solidFill>
                  <a:srgbClr val="666666"/>
                </a:solidFill>
                <a:latin typeface="Segoe UI"/>
              </a:defRPr>
            </a:pPr>
            <a:r>
              <a:rPr lang="en-US"/>
              <a:t>Download Template button is not working in Procurement Forecasting. Ready for deployment in progress. RITM1173001.</a:t>
            </a:r>
            <a:endParaRPr/>
          </a:p>
        </p:txBody>
      </p:sp>
      <p:sp>
        <p:nvSpPr>
          <p:cNvPr id="107" name="SCI-2Sts"/>
          <p:cNvSpPr txBox="1"/>
          <p:nvPr/>
        </p:nvSpPr>
        <p:spPr>
          <a:xfrm>
            <a:off x="640080" y="2388760"/>
            <a:ext cx="26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defRPr sz="1100" b="1">
                <a:solidFill>
                  <a:srgbClr val="7B5EA7"/>
                </a:solidFill>
                <a:latin typeface="Segoe UI"/>
              </a:defRPr>
            </a:pPr>
            <a:r>
              <a:rPr lang="en-US" sz="1300">
                <a:solidFill>
                  <a:srgbClr val="3483FA"/>
                </a:solidFill>
              </a:rPr>
              <a:t>Ready for deployment</a:t>
            </a:r>
            <a:endParaRPr lang="en-US" sz="1300">
              <a:solidFill>
                <a:srgbClr val="3483FA"/>
              </a:solidFill>
              <a:cs typeface="Segoe UI"/>
            </a:endParaRPr>
          </a:p>
        </p:txBody>
      </p:sp>
      <p:sp>
        <p:nvSpPr>
          <p:cNvPr id="108" name="SCI-2Due"/>
          <p:cNvSpPr txBox="1"/>
          <p:nvPr/>
        </p:nvSpPr>
        <p:spPr>
          <a:xfrm>
            <a:off x="3657600" y="2388760"/>
            <a:ext cx="23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defRPr sz="1200">
                <a:solidFill>
                  <a:srgbClr val="FF7733"/>
                </a:solidFill>
                <a:latin typeface="Segoe UI"/>
              </a:defRPr>
            </a:pPr>
            <a:r>
              <a:t>22-May</a:t>
            </a:r>
          </a:p>
        </p:txBody>
      </p:sp>
      <p:sp>
        <p:nvSpPr>
          <p:cNvPr id="109" name="SCI-3BG"/>
          <p:cNvSpPr/>
          <p:nvPr/>
        </p:nvSpPr>
        <p:spPr>
          <a:xfrm>
            <a:off x="6309360" y="980000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" name="SCI-3Bar"/>
          <p:cNvSpPr/>
          <p:nvPr/>
        </p:nvSpPr>
        <p:spPr>
          <a:xfrm>
            <a:off x="6309360" y="980000"/>
            <a:ext cx="5486400" cy="762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CI-3Sci"/>
          <p:cNvSpPr txBox="1"/>
          <p:nvPr/>
        </p:nvSpPr>
        <p:spPr>
          <a:xfrm>
            <a:off x="6309360" y="1050796"/>
            <a:ext cx="829745" cy="2743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⭐ SCI-3</a:t>
            </a:r>
          </a:p>
        </p:txBody>
      </p:sp>
      <p:sp>
        <p:nvSpPr>
          <p:cNvPr id="112" name="SCI-3Pri"/>
          <p:cNvSpPr txBox="1"/>
          <p:nvPr/>
        </p:nvSpPr>
        <p:spPr>
          <a:xfrm>
            <a:off x="7040880" y="1056200"/>
            <a:ext cx="411480" cy="274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113" name="SCI-3Own"/>
          <p:cNvSpPr txBox="1"/>
          <p:nvPr/>
        </p:nvSpPr>
        <p:spPr>
          <a:xfrm>
            <a:off x="8112220" y="1110243"/>
            <a:ext cx="3661923" cy="26351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t>Owner: Jenn / Bushan · Assigned: Camilo Amaury</a:t>
            </a:r>
          </a:p>
        </p:txBody>
      </p:sp>
      <p:sp>
        <p:nvSpPr>
          <p:cNvPr id="114" name="SCI-3Ttl"/>
          <p:cNvSpPr txBox="1"/>
          <p:nvPr/>
        </p:nvSpPr>
        <p:spPr>
          <a:xfrm>
            <a:off x="6309360" y="1427797"/>
            <a:ext cx="5486400" cy="4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Segoe UI"/>
              </a:defRPr>
            </a:pPr>
            <a:r>
              <a:t>Provisional Cost Upload — 5 fields template issue</a:t>
            </a:r>
          </a:p>
        </p:txBody>
      </p:sp>
      <p:sp>
        <p:nvSpPr>
          <p:cNvPr id="115" name="SCI-3Dsc"/>
          <p:cNvSpPr txBox="1"/>
          <p:nvPr/>
        </p:nvSpPr>
        <p:spPr>
          <a:xfrm>
            <a:off x="6309360" y="1750560"/>
            <a:ext cx="5486400" cy="42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Template issue on 5-field upload. Pending Bhushan testing and Alec Bone case review. RITM1173004.</a:t>
            </a:r>
          </a:p>
        </p:txBody>
      </p:sp>
      <p:sp>
        <p:nvSpPr>
          <p:cNvPr id="116" name="SCI-3Sts"/>
          <p:cNvSpPr txBox="1"/>
          <p:nvPr/>
        </p:nvSpPr>
        <p:spPr>
          <a:xfrm>
            <a:off x="6309360" y="2388760"/>
            <a:ext cx="26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defRPr sz="1100" b="1">
                <a:solidFill>
                  <a:srgbClr val="7B5EA7"/>
                </a:solidFill>
                <a:latin typeface="Segoe UI"/>
              </a:defRPr>
            </a:pPr>
            <a:r>
              <a:rPr lang="en-US" sz="1300">
                <a:solidFill>
                  <a:srgbClr val="3483FA"/>
                </a:solidFill>
              </a:rPr>
              <a:t>Ready for deployment</a:t>
            </a:r>
            <a:endParaRPr lang="en-US" sz="1300">
              <a:solidFill>
                <a:srgbClr val="000000"/>
              </a:solidFill>
              <a:cs typeface="Segoe UI"/>
            </a:endParaRPr>
          </a:p>
        </p:txBody>
      </p:sp>
      <p:sp>
        <p:nvSpPr>
          <p:cNvPr id="117" name="SCI-3Due"/>
          <p:cNvSpPr txBox="1"/>
          <p:nvPr/>
        </p:nvSpPr>
        <p:spPr>
          <a:xfrm>
            <a:off x="9326880" y="2388760"/>
            <a:ext cx="23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defRPr sz="1200">
                <a:solidFill>
                  <a:srgbClr val="FF7733"/>
                </a:solidFill>
                <a:latin typeface="Segoe UI"/>
              </a:defRPr>
            </a:pPr>
            <a:r>
              <a:t>22-May</a:t>
            </a:r>
          </a:p>
        </p:txBody>
      </p:sp>
      <p:sp>
        <p:nvSpPr>
          <p:cNvPr id="118" name="SCI-4BG"/>
          <p:cNvSpPr/>
          <p:nvPr/>
        </p:nvSpPr>
        <p:spPr>
          <a:xfrm>
            <a:off x="640080" y="3060000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" name="SCI-4Bar"/>
          <p:cNvSpPr/>
          <p:nvPr/>
        </p:nvSpPr>
        <p:spPr>
          <a:xfrm>
            <a:off x="640080" y="3060000"/>
            <a:ext cx="5486400" cy="762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SCI-4Sci"/>
          <p:cNvSpPr txBox="1"/>
          <p:nvPr/>
        </p:nvSpPr>
        <p:spPr>
          <a:xfrm>
            <a:off x="640080" y="3125391"/>
            <a:ext cx="845957" cy="27972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⭐ SCI-4</a:t>
            </a:r>
          </a:p>
        </p:txBody>
      </p:sp>
      <p:sp>
        <p:nvSpPr>
          <p:cNvPr id="121" name="SCI-4Pri"/>
          <p:cNvSpPr txBox="1"/>
          <p:nvPr/>
        </p:nvSpPr>
        <p:spPr>
          <a:xfrm>
            <a:off x="1371600" y="3136200"/>
            <a:ext cx="41148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P1</a:t>
            </a:r>
          </a:p>
        </p:txBody>
      </p:sp>
      <p:sp>
        <p:nvSpPr>
          <p:cNvPr id="122" name="SCI-4Own"/>
          <p:cNvSpPr txBox="1"/>
          <p:nvPr/>
        </p:nvSpPr>
        <p:spPr>
          <a:xfrm>
            <a:off x="2313238" y="3136200"/>
            <a:ext cx="3813242" cy="295937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t>Owner: Jenn / Julia · Assigned: Camilo Amaury</a:t>
            </a:r>
          </a:p>
        </p:txBody>
      </p:sp>
      <p:sp>
        <p:nvSpPr>
          <p:cNvPr id="123" name="SCI-4Ttl"/>
          <p:cNvSpPr txBox="1"/>
          <p:nvPr/>
        </p:nvSpPr>
        <p:spPr>
          <a:xfrm>
            <a:off x="640080" y="3507797"/>
            <a:ext cx="5486400" cy="4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Segoe UI"/>
              </a:defRPr>
            </a:pPr>
            <a:r>
              <a:t>Remaining Payments Year Adjustments</a:t>
            </a:r>
          </a:p>
        </p:txBody>
      </p:sp>
      <p:sp>
        <p:nvSpPr>
          <p:cNvPr id="124" name="SCI-4Dsc"/>
          <p:cNvSpPr txBox="1"/>
          <p:nvPr/>
        </p:nvSpPr>
        <p:spPr>
          <a:xfrm>
            <a:off x="640080" y="3830560"/>
            <a:ext cx="5486400" cy="42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00">
                <a:solidFill>
                  <a:srgbClr val="666666"/>
                </a:solidFill>
                <a:latin typeface="Segoe UI"/>
              </a:defRPr>
            </a:pPr>
            <a:r>
              <a:rPr lang="en-US"/>
              <a:t>Remaining payments year adjustments. Ready for deployment in progress with Camilo assigned.</a:t>
            </a:r>
            <a:endParaRPr/>
          </a:p>
        </p:txBody>
      </p:sp>
      <p:sp>
        <p:nvSpPr>
          <p:cNvPr id="125" name="SCI-4Sts"/>
          <p:cNvSpPr txBox="1"/>
          <p:nvPr/>
        </p:nvSpPr>
        <p:spPr>
          <a:xfrm>
            <a:off x="640080" y="4468760"/>
            <a:ext cx="26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defRPr sz="1100" b="1">
                <a:solidFill>
                  <a:srgbClr val="7B5EA7"/>
                </a:solidFill>
                <a:latin typeface="Segoe UI"/>
              </a:defRPr>
            </a:pPr>
            <a:r>
              <a:rPr lang="en-US" sz="1300">
                <a:solidFill>
                  <a:srgbClr val="3483FA"/>
                </a:solidFill>
              </a:rPr>
              <a:t>Ready for deployment</a:t>
            </a:r>
            <a:endParaRPr lang="en-US" sz="1300">
              <a:solidFill>
                <a:srgbClr val="3483FA"/>
              </a:solidFill>
              <a:cs typeface="Segoe UI"/>
            </a:endParaRPr>
          </a:p>
        </p:txBody>
      </p:sp>
      <p:sp>
        <p:nvSpPr>
          <p:cNvPr id="126" name="SCI-4Due"/>
          <p:cNvSpPr txBox="1"/>
          <p:nvPr/>
        </p:nvSpPr>
        <p:spPr>
          <a:xfrm>
            <a:off x="3657600" y="4468760"/>
            <a:ext cx="23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defRPr sz="1200">
                <a:solidFill>
                  <a:srgbClr val="FF7733"/>
                </a:solidFill>
                <a:latin typeface="Segoe UI"/>
              </a:defRPr>
            </a:pPr>
            <a:r>
              <a:t>22-May</a:t>
            </a:r>
          </a:p>
        </p:txBody>
      </p:sp>
      <p:sp>
        <p:nvSpPr>
          <p:cNvPr id="127" name="SCI-7BG"/>
          <p:cNvSpPr/>
          <p:nvPr/>
        </p:nvSpPr>
        <p:spPr>
          <a:xfrm>
            <a:off x="6309360" y="3060000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8" name="SCI-7Bar"/>
          <p:cNvSpPr/>
          <p:nvPr/>
        </p:nvSpPr>
        <p:spPr>
          <a:xfrm>
            <a:off x="6309360" y="3060000"/>
            <a:ext cx="5486400" cy="76200"/>
          </a:xfrm>
          <a:prstGeom prst="rect">
            <a:avLst/>
          </a:prstGeom>
          <a:solidFill>
            <a:srgbClr val="9C7C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9" name="SCI-7Sci"/>
          <p:cNvSpPr txBox="1"/>
          <p:nvPr/>
        </p:nvSpPr>
        <p:spPr>
          <a:xfrm>
            <a:off x="6309360" y="3130796"/>
            <a:ext cx="835149" cy="26351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⭐ SCI-6</a:t>
            </a:r>
          </a:p>
        </p:txBody>
      </p:sp>
      <p:sp>
        <p:nvSpPr>
          <p:cNvPr id="130" name="SCI-7Pri"/>
          <p:cNvSpPr txBox="1"/>
          <p:nvPr/>
        </p:nvSpPr>
        <p:spPr>
          <a:xfrm>
            <a:off x="7040880" y="3136200"/>
            <a:ext cx="41148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P1</a:t>
            </a:r>
          </a:p>
        </p:txBody>
      </p:sp>
      <p:sp>
        <p:nvSpPr>
          <p:cNvPr id="131" name="SCI-7Own"/>
          <p:cNvSpPr txBox="1"/>
          <p:nvPr/>
        </p:nvSpPr>
        <p:spPr>
          <a:xfrm>
            <a:off x="7982518" y="3136200"/>
            <a:ext cx="3813242" cy="295937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t>Owner: Jenn / Julia · Assigned: Camilo Amaury</a:t>
            </a:r>
          </a:p>
        </p:txBody>
      </p:sp>
      <p:sp>
        <p:nvSpPr>
          <p:cNvPr id="132" name="SCI-7Ttl"/>
          <p:cNvSpPr txBox="1"/>
          <p:nvPr/>
        </p:nvSpPr>
        <p:spPr>
          <a:xfrm>
            <a:off x="6309360" y="3507797"/>
            <a:ext cx="5486400" cy="4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Segoe UI"/>
              </a:defRPr>
            </a:pPr>
            <a:r>
              <a:t>Optional WBS element in Provisional Records</a:t>
            </a:r>
          </a:p>
        </p:txBody>
      </p:sp>
      <p:sp>
        <p:nvSpPr>
          <p:cNvPr id="133" name="SCI-7Dsc"/>
          <p:cNvSpPr txBox="1"/>
          <p:nvPr/>
        </p:nvSpPr>
        <p:spPr>
          <a:xfrm>
            <a:off x="6309360" y="3830560"/>
            <a:ext cx="5486400" cy="42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00">
                <a:solidFill>
                  <a:srgbClr val="666666"/>
                </a:solidFill>
                <a:latin typeface="Segoe UI"/>
              </a:defRPr>
            </a:pPr>
            <a:r>
              <a:rPr lang="en-US"/>
              <a:t>Optional WBS element in Provisional Records. Ready for deployment in progress.</a:t>
            </a:r>
            <a:endParaRPr/>
          </a:p>
        </p:txBody>
      </p:sp>
      <p:sp>
        <p:nvSpPr>
          <p:cNvPr id="134" name="SCI-7Sts"/>
          <p:cNvSpPr txBox="1"/>
          <p:nvPr/>
        </p:nvSpPr>
        <p:spPr>
          <a:xfrm>
            <a:off x="6309360" y="4468760"/>
            <a:ext cx="26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defRPr sz="1100" b="1">
                <a:solidFill>
                  <a:srgbClr val="9C7CDB"/>
                </a:solidFill>
                <a:latin typeface="Segoe UI"/>
              </a:defRPr>
            </a:pPr>
            <a:r>
              <a:rPr lang="en-US" sz="1300">
                <a:solidFill>
                  <a:srgbClr val="3483FA"/>
                </a:solidFill>
              </a:rPr>
              <a:t>Ready for deployment</a:t>
            </a:r>
            <a:endParaRPr lang="en-US" sz="1300">
              <a:solidFill>
                <a:srgbClr val="000000"/>
              </a:solidFill>
              <a:cs typeface="Segoe UI"/>
            </a:endParaRPr>
          </a:p>
        </p:txBody>
      </p:sp>
      <p:sp>
        <p:nvSpPr>
          <p:cNvPr id="135" name="SCI-7Due"/>
          <p:cNvSpPr txBox="1"/>
          <p:nvPr/>
        </p:nvSpPr>
        <p:spPr>
          <a:xfrm>
            <a:off x="9326880" y="4468760"/>
            <a:ext cx="23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t>22-May</a:t>
            </a:r>
          </a:p>
        </p:txBody>
      </p:sp>
      <p:sp>
        <p:nvSpPr>
          <p:cNvPr id="136" name="SCI-9BG"/>
          <p:cNvSpPr/>
          <p:nvPr/>
        </p:nvSpPr>
        <p:spPr>
          <a:xfrm>
            <a:off x="3474720" y="5007920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7" name="SCI-9Bar"/>
          <p:cNvSpPr/>
          <p:nvPr/>
        </p:nvSpPr>
        <p:spPr>
          <a:xfrm>
            <a:off x="3474720" y="5007920"/>
            <a:ext cx="5486400" cy="76200"/>
          </a:xfrm>
          <a:prstGeom prst="rect">
            <a:avLst/>
          </a:prstGeom>
          <a:solidFill>
            <a:srgbClr val="9C7C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8" name="SCI-9Sci"/>
          <p:cNvSpPr txBox="1"/>
          <p:nvPr/>
        </p:nvSpPr>
        <p:spPr>
          <a:xfrm>
            <a:off x="3474720" y="5073312"/>
            <a:ext cx="775703" cy="27972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⭐ SCI-7</a:t>
            </a:r>
          </a:p>
        </p:txBody>
      </p:sp>
      <p:sp>
        <p:nvSpPr>
          <p:cNvPr id="139" name="SCI-9Pri"/>
          <p:cNvSpPr txBox="1"/>
          <p:nvPr/>
        </p:nvSpPr>
        <p:spPr>
          <a:xfrm>
            <a:off x="4206240" y="5084120"/>
            <a:ext cx="41148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P1</a:t>
            </a:r>
          </a:p>
        </p:txBody>
      </p:sp>
      <p:sp>
        <p:nvSpPr>
          <p:cNvPr id="140" name="SCI-9Own"/>
          <p:cNvSpPr txBox="1"/>
          <p:nvPr/>
        </p:nvSpPr>
        <p:spPr>
          <a:xfrm>
            <a:off x="5374857" y="5062503"/>
            <a:ext cx="3586263" cy="31755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t>Owner: Jenn / Julia · Assigned: Camilo Amaury</a:t>
            </a:r>
          </a:p>
        </p:txBody>
      </p:sp>
      <p:sp>
        <p:nvSpPr>
          <p:cNvPr id="141" name="SCI-9Ttl"/>
          <p:cNvSpPr txBox="1"/>
          <p:nvPr/>
        </p:nvSpPr>
        <p:spPr>
          <a:xfrm>
            <a:off x="3474720" y="5455717"/>
            <a:ext cx="5486400" cy="4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Segoe UI"/>
              </a:defRPr>
            </a:pPr>
            <a:r>
              <a:t>Optional Vendor in Provisional Record manual creation</a:t>
            </a:r>
          </a:p>
        </p:txBody>
      </p:sp>
      <p:sp>
        <p:nvSpPr>
          <p:cNvPr id="142" name="SCI-9Dsc"/>
          <p:cNvSpPr txBox="1"/>
          <p:nvPr/>
        </p:nvSpPr>
        <p:spPr>
          <a:xfrm>
            <a:off x="3474720" y="5778480"/>
            <a:ext cx="5486400" cy="42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00">
                <a:solidFill>
                  <a:srgbClr val="666666"/>
                </a:solidFill>
                <a:latin typeface="Segoe UI"/>
              </a:defRPr>
            </a:pPr>
            <a:r>
              <a:rPr lang="en-US"/>
              <a:t>Optional Vendor manual creation. Ready for deployment in progress. Solves REQ1171550.</a:t>
            </a:r>
            <a:endParaRPr/>
          </a:p>
        </p:txBody>
      </p:sp>
      <p:sp>
        <p:nvSpPr>
          <p:cNvPr id="143" name="SCI-9Sts"/>
          <p:cNvSpPr txBox="1"/>
          <p:nvPr/>
        </p:nvSpPr>
        <p:spPr>
          <a:xfrm>
            <a:off x="3474720" y="6416680"/>
            <a:ext cx="26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defRPr sz="1100" b="1">
                <a:solidFill>
                  <a:srgbClr val="9C7CDB"/>
                </a:solidFill>
                <a:latin typeface="Segoe UI"/>
              </a:defRPr>
            </a:pPr>
            <a:r>
              <a:rPr lang="en-US" sz="1300">
                <a:solidFill>
                  <a:srgbClr val="3483FA"/>
                </a:solidFill>
              </a:rPr>
              <a:t>Ready for deployment</a:t>
            </a:r>
            <a:endParaRPr lang="en-US" sz="1300">
              <a:solidFill>
                <a:srgbClr val="000000"/>
              </a:solidFill>
              <a:cs typeface="Segoe UI"/>
            </a:endParaRPr>
          </a:p>
        </p:txBody>
      </p:sp>
      <p:sp>
        <p:nvSpPr>
          <p:cNvPr id="144" name="SCI-9Due"/>
          <p:cNvSpPr txBox="1"/>
          <p:nvPr/>
        </p:nvSpPr>
        <p:spPr>
          <a:xfrm>
            <a:off x="6492240" y="6416680"/>
            <a:ext cx="23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t>22-May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ACTIVE &amp; BACKLOG — DETAIL</a:t>
            </a:r>
          </a:p>
        </p:txBody>
      </p:sp>
      <p:sp>
        <p:nvSpPr>
          <p:cNvPr id="4" name="ProjTag"/>
          <p:cNvSpPr txBox="1"/>
          <p:nvPr/>
        </p:nvSpPr>
        <p:spPr>
          <a:xfrm>
            <a:off x="10058400" y="201168"/>
            <a:ext cx="19202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400">
                <a:solidFill>
                  <a:srgbClr val="00BCD4"/>
                </a:solidFill>
                <a:latin typeface="Segoe UI"/>
              </a:defRPr>
            </a:pPr>
            <a:r>
              <a:t>Cashflow Project</a:t>
            </a:r>
          </a:p>
        </p:txBody>
      </p:sp>
      <p:sp>
        <p:nvSpPr>
          <p:cNvPr id="100" name="SCI-6BG"/>
          <p:cNvSpPr/>
          <p:nvPr/>
        </p:nvSpPr>
        <p:spPr>
          <a:xfrm>
            <a:off x="640080" y="980000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SCI-6Accent"/>
          <p:cNvSpPr/>
          <p:nvPr/>
        </p:nvSpPr>
        <p:spPr>
          <a:xfrm>
            <a:off x="640080" y="980000"/>
            <a:ext cx="5486400" cy="76200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SCI-6Badge"/>
          <p:cNvSpPr txBox="1"/>
          <p:nvPr/>
        </p:nvSpPr>
        <p:spPr>
          <a:xfrm>
            <a:off x="640080" y="1056200"/>
            <a:ext cx="900000" cy="2743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lang="en-US" sz="1000" b="1"/>
              <a:t>⭐ SCI-9</a:t>
            </a:r>
          </a:p>
        </p:txBody>
      </p:sp>
      <p:sp>
        <p:nvSpPr>
          <p:cNvPr id="103" name="SCI-6Pbadge"/>
          <p:cNvSpPr txBox="1"/>
          <p:nvPr/>
        </p:nvSpPr>
        <p:spPr>
          <a:xfrm>
            <a:off x="1371600" y="1056200"/>
            <a:ext cx="41148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P1</a:t>
            </a:r>
          </a:p>
        </p:txBody>
      </p:sp>
      <p:sp>
        <p:nvSpPr>
          <p:cNvPr id="104" name="SCI-6Owner"/>
          <p:cNvSpPr txBox="1"/>
          <p:nvPr/>
        </p:nvSpPr>
        <p:spPr>
          <a:xfrm>
            <a:off x="3383280" y="10562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t>Owner: Jenn / Julia · Assigned: Camilo</a:t>
            </a:r>
          </a:p>
        </p:txBody>
      </p:sp>
      <p:sp>
        <p:nvSpPr>
          <p:cNvPr id="105" name="SCI-6Title"/>
          <p:cNvSpPr txBox="1"/>
          <p:nvPr/>
        </p:nvSpPr>
        <p:spPr>
          <a:xfrm>
            <a:off x="640080" y="1395371"/>
            <a:ext cx="5486400" cy="4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Segoe UI"/>
              </a:defRPr>
            </a:pPr>
            <a:r>
              <a:t>Automatic Reduction of Provisional Cost Records</a:t>
            </a:r>
          </a:p>
        </p:txBody>
      </p:sp>
      <p:sp>
        <p:nvSpPr>
          <p:cNvPr id="106" name="SCI-6Desc"/>
          <p:cNvSpPr txBox="1"/>
          <p:nvPr/>
        </p:nvSpPr>
        <p:spPr>
          <a:xfrm>
            <a:off x="640080" y="1750560"/>
            <a:ext cx="5486400" cy="42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Unit tests delivered by Antonio; Cami is reviewing/retesting. Role impact remains under validation because the proposed role also allows Payment Request Forecasting changes. RITM1183406 completed by Antonio.</a:t>
            </a:r>
          </a:p>
        </p:txBody>
      </p:sp>
      <p:sp>
        <p:nvSpPr>
          <p:cNvPr id="107" name="SCI-6Status"/>
          <p:cNvSpPr txBox="1"/>
          <p:nvPr/>
        </p:nvSpPr>
        <p:spPr>
          <a:xfrm>
            <a:off x="640080" y="2388760"/>
            <a:ext cx="3006436" cy="2990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300" b="1">
                <a:solidFill>
                  <a:srgbClr val="3483FA"/>
                </a:solidFill>
                <a:latin typeface="Segoe UI"/>
              </a:defRPr>
            </a:pPr>
            <a:r>
              <a:rPr lang="en-US"/>
              <a:t>Ready for deployment</a:t>
            </a:r>
            <a:endParaRPr/>
          </a:p>
        </p:txBody>
      </p:sp>
      <p:sp>
        <p:nvSpPr>
          <p:cNvPr id="108" name="SCI-6Due"/>
          <p:cNvSpPr txBox="1"/>
          <p:nvPr/>
        </p:nvSpPr>
        <p:spPr>
          <a:xfrm>
            <a:off x="3657600" y="2388760"/>
            <a:ext cx="23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t>26-May</a:t>
            </a:r>
          </a:p>
        </p:txBody>
      </p:sp>
      <p:sp>
        <p:nvSpPr>
          <p:cNvPr id="109" name="SCI-10BG"/>
          <p:cNvSpPr/>
          <p:nvPr/>
        </p:nvSpPr>
        <p:spPr>
          <a:xfrm>
            <a:off x="6309360" y="980000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" name="SCI-10Accent"/>
          <p:cNvSpPr/>
          <p:nvPr/>
        </p:nvSpPr>
        <p:spPr>
          <a:xfrm>
            <a:off x="6309360" y="980000"/>
            <a:ext cx="5486400" cy="76200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CI-10Badge"/>
          <p:cNvSpPr txBox="1"/>
          <p:nvPr/>
        </p:nvSpPr>
        <p:spPr>
          <a:xfrm>
            <a:off x="6309360" y="1056200"/>
            <a:ext cx="900000" cy="2743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lang="en-US" sz="1000" b="1"/>
              <a:t>SCI-10</a:t>
            </a:r>
          </a:p>
        </p:txBody>
      </p:sp>
      <p:sp>
        <p:nvSpPr>
          <p:cNvPr id="112" name="SCI-10Pbadge"/>
          <p:cNvSpPr txBox="1"/>
          <p:nvPr/>
        </p:nvSpPr>
        <p:spPr>
          <a:xfrm>
            <a:off x="7040880" y="1056200"/>
            <a:ext cx="41148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P3</a:t>
            </a:r>
          </a:p>
        </p:txBody>
      </p:sp>
      <p:sp>
        <p:nvSpPr>
          <p:cNvPr id="113" name="SCI-10Owner"/>
          <p:cNvSpPr txBox="1"/>
          <p:nvPr/>
        </p:nvSpPr>
        <p:spPr>
          <a:xfrm>
            <a:off x="8555369" y="1099434"/>
            <a:ext cx="3245795" cy="23108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t>Owner: Jenn / Julia · Assigned: Evelyn Rocha</a:t>
            </a:r>
          </a:p>
        </p:txBody>
      </p:sp>
      <p:sp>
        <p:nvSpPr>
          <p:cNvPr id="114" name="SCI-10Title"/>
          <p:cNvSpPr txBox="1"/>
          <p:nvPr/>
        </p:nvSpPr>
        <p:spPr>
          <a:xfrm>
            <a:off x="6309360" y="1395371"/>
            <a:ext cx="5486400" cy="4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Segoe UI"/>
              </a:defRPr>
            </a:pPr>
            <a:r>
              <a:t>Procurement Forecasting Massive App Adjustments</a:t>
            </a:r>
          </a:p>
        </p:txBody>
      </p:sp>
      <p:sp>
        <p:nvSpPr>
          <p:cNvPr id="115" name="SCI-10Desc"/>
          <p:cNvSpPr txBox="1"/>
          <p:nvPr/>
        </p:nvSpPr>
        <p:spPr>
          <a:xfrm>
            <a:off x="6309360" y="1750560"/>
            <a:ext cx="5486400" cy="42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00">
                <a:solidFill>
                  <a:srgbClr val="666666"/>
                </a:solidFill>
                <a:latin typeface="Segoe UI"/>
              </a:defRPr>
            </a:pPr>
            <a:r>
              <a:t>In Development. Evelyn will move forward with the FS, included as part of ID#458 / SCI-12.</a:t>
            </a:r>
          </a:p>
        </p:txBody>
      </p:sp>
      <p:sp>
        <p:nvSpPr>
          <p:cNvPr id="116" name="SCI-10Status"/>
          <p:cNvSpPr txBox="1"/>
          <p:nvPr/>
        </p:nvSpPr>
        <p:spPr>
          <a:xfrm>
            <a:off x="6309360" y="23887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300" b="1">
                <a:solidFill>
                  <a:srgbClr val="3483FA"/>
                </a:solidFill>
                <a:latin typeface="Segoe UI"/>
              </a:defRPr>
            </a:pPr>
            <a:r>
              <a:t>In Development</a:t>
            </a:r>
          </a:p>
        </p:txBody>
      </p:sp>
      <p:sp>
        <p:nvSpPr>
          <p:cNvPr id="117" name="SCI-10Due"/>
          <p:cNvSpPr txBox="1"/>
          <p:nvPr/>
        </p:nvSpPr>
        <p:spPr>
          <a:xfrm>
            <a:off x="9326880" y="2388760"/>
            <a:ext cx="23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defRPr sz="1200">
                <a:solidFill>
                  <a:srgbClr val="FF7733"/>
                </a:solidFill>
                <a:latin typeface="Segoe UI"/>
              </a:defRPr>
            </a:pPr>
            <a:r>
              <a:rPr lang="en-US"/>
              <a:t>23-May</a:t>
            </a:r>
            <a:endParaRPr lang="en-US">
              <a:cs typeface="Segoe UI"/>
            </a:endParaRPr>
          </a:p>
        </p:txBody>
      </p:sp>
      <p:sp>
        <p:nvSpPr>
          <p:cNvPr id="118" name="SCI-12BG"/>
          <p:cNvSpPr/>
          <p:nvPr/>
        </p:nvSpPr>
        <p:spPr>
          <a:xfrm>
            <a:off x="640080" y="3060000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" name="SCI-12Accent"/>
          <p:cNvSpPr/>
          <p:nvPr/>
        </p:nvSpPr>
        <p:spPr>
          <a:xfrm>
            <a:off x="640080" y="3060000"/>
            <a:ext cx="5486400" cy="76200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SCI-12Badge"/>
          <p:cNvSpPr txBox="1"/>
          <p:nvPr/>
        </p:nvSpPr>
        <p:spPr>
          <a:xfrm>
            <a:off x="640080" y="3136200"/>
            <a:ext cx="900000" cy="2743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lang="en-US" sz="1000" b="1"/>
              <a:t>SCI-12</a:t>
            </a:r>
          </a:p>
        </p:txBody>
      </p:sp>
      <p:sp>
        <p:nvSpPr>
          <p:cNvPr id="121" name="SCI-12Pbadge"/>
          <p:cNvSpPr txBox="1"/>
          <p:nvPr/>
        </p:nvSpPr>
        <p:spPr>
          <a:xfrm>
            <a:off x="1371600" y="3136200"/>
            <a:ext cx="41148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P2</a:t>
            </a:r>
          </a:p>
        </p:txBody>
      </p:sp>
      <p:sp>
        <p:nvSpPr>
          <p:cNvPr id="122" name="SCI-12Owner"/>
          <p:cNvSpPr txBox="1"/>
          <p:nvPr/>
        </p:nvSpPr>
        <p:spPr>
          <a:xfrm>
            <a:off x="2821238" y="3114583"/>
            <a:ext cx="3305242" cy="32295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t>Owner: Alec Bone · Assigned: Evelyn Rocha</a:t>
            </a:r>
          </a:p>
        </p:txBody>
      </p:sp>
      <p:sp>
        <p:nvSpPr>
          <p:cNvPr id="123" name="SCI-12Title"/>
          <p:cNvSpPr txBox="1"/>
          <p:nvPr/>
        </p:nvSpPr>
        <p:spPr>
          <a:xfrm>
            <a:off x="640080" y="3475371"/>
            <a:ext cx="5486400" cy="4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Segoe UI"/>
              </a:defRPr>
            </a:pPr>
            <a:r>
              <a:t>Mass Procurement Forecasting — Eye Sore Adjustments</a:t>
            </a:r>
          </a:p>
        </p:txBody>
      </p:sp>
      <p:sp>
        <p:nvSpPr>
          <p:cNvPr id="124" name="SCI-12Desc"/>
          <p:cNvSpPr txBox="1"/>
          <p:nvPr/>
        </p:nvSpPr>
        <p:spPr>
          <a:xfrm>
            <a:off x="640080" y="3830560"/>
            <a:ext cx="5486400" cy="42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00">
                <a:solidFill>
                  <a:srgbClr val="666666"/>
                </a:solidFill>
                <a:latin typeface="Segoe UI"/>
              </a:defRPr>
            </a:pPr>
            <a:r>
              <a:t>In Development. FS analysis completed and ready to be handed over to the technical team. Analysis advanced by Cris.</a:t>
            </a:r>
          </a:p>
        </p:txBody>
      </p:sp>
      <p:sp>
        <p:nvSpPr>
          <p:cNvPr id="125" name="SCI-12Status"/>
          <p:cNvSpPr txBox="1"/>
          <p:nvPr/>
        </p:nvSpPr>
        <p:spPr>
          <a:xfrm>
            <a:off x="640080" y="44687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300" b="1">
                <a:solidFill>
                  <a:srgbClr val="3483FA"/>
                </a:solidFill>
                <a:latin typeface="Segoe UI"/>
              </a:defRPr>
            </a:pPr>
            <a:r>
              <a:t>In Development</a:t>
            </a:r>
          </a:p>
        </p:txBody>
      </p:sp>
      <p:sp>
        <p:nvSpPr>
          <p:cNvPr id="126" name="SCI-12Due"/>
          <p:cNvSpPr txBox="1"/>
          <p:nvPr/>
        </p:nvSpPr>
        <p:spPr>
          <a:xfrm>
            <a:off x="3657600" y="4468760"/>
            <a:ext cx="23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rPr lang="en-US"/>
              <a:t>23-May</a:t>
            </a:r>
          </a:p>
        </p:txBody>
      </p:sp>
      <p:sp>
        <p:nvSpPr>
          <p:cNvPr id="127" name="SCI-16BG"/>
          <p:cNvSpPr/>
          <p:nvPr/>
        </p:nvSpPr>
        <p:spPr>
          <a:xfrm>
            <a:off x="6309360" y="3060000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8" name="SCI-16Accent"/>
          <p:cNvSpPr/>
          <p:nvPr/>
        </p:nvSpPr>
        <p:spPr>
          <a:xfrm>
            <a:off x="6309360" y="3060000"/>
            <a:ext cx="5486400" cy="76200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9" name="SCI-16Badge"/>
          <p:cNvSpPr txBox="1"/>
          <p:nvPr/>
        </p:nvSpPr>
        <p:spPr>
          <a:xfrm>
            <a:off x="6309360" y="3136200"/>
            <a:ext cx="900000" cy="2743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lang="en-US" sz="1000" b="1"/>
              <a:t>SCI-8</a:t>
            </a:r>
          </a:p>
        </p:txBody>
      </p:sp>
      <p:sp>
        <p:nvSpPr>
          <p:cNvPr id="130" name="SCI-16Pbadge"/>
          <p:cNvSpPr txBox="1"/>
          <p:nvPr/>
        </p:nvSpPr>
        <p:spPr>
          <a:xfrm>
            <a:off x="7040880" y="3136200"/>
            <a:ext cx="41148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131" name="SCI-16Owner"/>
          <p:cNvSpPr txBox="1"/>
          <p:nvPr/>
        </p:nvSpPr>
        <p:spPr>
          <a:xfrm>
            <a:off x="9052560" y="31362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t>Owner: TBD · Assigned: TBD</a:t>
            </a:r>
          </a:p>
        </p:txBody>
      </p:sp>
      <p:sp>
        <p:nvSpPr>
          <p:cNvPr id="132" name="SCI-16Title"/>
          <p:cNvSpPr txBox="1"/>
          <p:nvPr/>
        </p:nvSpPr>
        <p:spPr>
          <a:xfrm>
            <a:off x="6309360" y="3475371"/>
            <a:ext cx="5486400" cy="4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Segoe UI"/>
              </a:defRPr>
            </a:pPr>
            <a:r>
              <a:t>Default PO Owner filtering and limitation of records displayed</a:t>
            </a:r>
          </a:p>
        </p:txBody>
      </p:sp>
      <p:sp>
        <p:nvSpPr>
          <p:cNvPr id="133" name="SCI-16Desc"/>
          <p:cNvSpPr txBox="1"/>
          <p:nvPr/>
        </p:nvSpPr>
        <p:spPr>
          <a:xfrm>
            <a:off x="6309360" y="3830560"/>
            <a:ext cx="5486400" cy="42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200">
                <a:solidFill>
                  <a:srgbClr val="666666"/>
                </a:solidFill>
                <a:latin typeface="Segoe UI"/>
              </a:defRPr>
            </a:pPr>
            <a:r>
              <a:t>To Do. Related to RITM1185647.</a:t>
            </a:r>
          </a:p>
        </p:txBody>
      </p:sp>
      <p:sp>
        <p:nvSpPr>
          <p:cNvPr id="134" name="SCI-16Status"/>
          <p:cNvSpPr txBox="1"/>
          <p:nvPr/>
        </p:nvSpPr>
        <p:spPr>
          <a:xfrm>
            <a:off x="6309360" y="44687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300" b="1">
                <a:solidFill>
                  <a:srgbClr val="3483FA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135" name="SCI-16Due"/>
          <p:cNvSpPr txBox="1"/>
          <p:nvPr/>
        </p:nvSpPr>
        <p:spPr>
          <a:xfrm>
            <a:off x="8554720" y="4468760"/>
            <a:ext cx="310096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rPr lang="en-US">
                <a:highlight>
                  <a:srgbClr val="FFFF00"/>
                </a:highlight>
              </a:rPr>
              <a:t>TBD</a:t>
            </a:r>
            <a:endParaRPr lang="en-US">
              <a:highlight>
                <a:srgbClr val="FFFF00"/>
              </a:highlight>
              <a:cs typeface="Segoe UI"/>
            </a:endParaRPr>
          </a:p>
        </p:txBody>
      </p:sp>
      <p:sp>
        <p:nvSpPr>
          <p:cNvPr id="136" name="SCI-17BG"/>
          <p:cNvSpPr/>
          <p:nvPr/>
        </p:nvSpPr>
        <p:spPr>
          <a:xfrm>
            <a:off x="3474720" y="4997760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7" name="SCI-17Accent"/>
          <p:cNvSpPr/>
          <p:nvPr/>
        </p:nvSpPr>
        <p:spPr>
          <a:xfrm>
            <a:off x="3474720" y="4997760"/>
            <a:ext cx="5486400" cy="76200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8" name="SCI-17Badge"/>
          <p:cNvSpPr txBox="1"/>
          <p:nvPr/>
        </p:nvSpPr>
        <p:spPr>
          <a:xfrm>
            <a:off x="3474720" y="5057748"/>
            <a:ext cx="808128" cy="27972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lang="en-US" sz="1000" b="1"/>
              <a:t>SCI-14/15</a:t>
            </a:r>
          </a:p>
        </p:txBody>
      </p:sp>
      <p:sp>
        <p:nvSpPr>
          <p:cNvPr id="139" name="SCI-17Pbadge"/>
          <p:cNvSpPr txBox="1"/>
          <p:nvPr/>
        </p:nvSpPr>
        <p:spPr>
          <a:xfrm>
            <a:off x="4206240" y="5073960"/>
            <a:ext cx="41148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140" name="SCI-17Owner"/>
          <p:cNvSpPr txBox="1"/>
          <p:nvPr/>
        </p:nvSpPr>
        <p:spPr>
          <a:xfrm>
            <a:off x="5445112" y="5041535"/>
            <a:ext cx="3516008" cy="290533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t>Owner: Alec Bone · Assigned: Evelyn Rocha</a:t>
            </a:r>
          </a:p>
        </p:txBody>
      </p:sp>
      <p:sp>
        <p:nvSpPr>
          <p:cNvPr id="141" name="SCI-17Title"/>
          <p:cNvSpPr txBox="1"/>
          <p:nvPr/>
        </p:nvSpPr>
        <p:spPr>
          <a:xfrm>
            <a:off x="3474720" y="5413131"/>
            <a:ext cx="5486400" cy="4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Segoe UI"/>
              </a:defRPr>
            </a:pPr>
            <a:r>
              <a:t>WBS_ID and PROJNR/WBS internal table checks</a:t>
            </a:r>
          </a:p>
        </p:txBody>
      </p:sp>
      <p:sp>
        <p:nvSpPr>
          <p:cNvPr id="142" name="SCI-17Desc"/>
          <p:cNvSpPr txBox="1"/>
          <p:nvPr/>
        </p:nvSpPr>
        <p:spPr>
          <a:xfrm>
            <a:off x="3474720" y="5768320"/>
            <a:ext cx="5486400" cy="42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SCI-14 and SCI-15 are currently in analysis.</a:t>
            </a:r>
          </a:p>
        </p:txBody>
      </p:sp>
      <p:sp>
        <p:nvSpPr>
          <p:cNvPr id="143" name="SCI-17Status"/>
          <p:cNvSpPr txBox="1"/>
          <p:nvPr/>
        </p:nvSpPr>
        <p:spPr>
          <a:xfrm>
            <a:off x="3474720" y="640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483FA"/>
                </a:solidFill>
                <a:latin typeface="Segoe UI"/>
              </a:defRPr>
            </a:pPr>
            <a:r>
              <a:t>In analysis</a:t>
            </a:r>
          </a:p>
        </p:txBody>
      </p:sp>
      <p:sp>
        <p:nvSpPr>
          <p:cNvPr id="144" name="SCI-17Due"/>
          <p:cNvSpPr txBox="1"/>
          <p:nvPr/>
        </p:nvSpPr>
        <p:spPr>
          <a:xfrm>
            <a:off x="6492240" y="6406520"/>
            <a:ext cx="23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rPr lang="en-US">
                <a:cs typeface="Segoe UI"/>
              </a:rPr>
              <a:t>TBD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C08D5-3AD0-6F51-C3FE-C869B6B68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>
            <a:extLst>
              <a:ext uri="{FF2B5EF4-FFF2-40B4-BE49-F238E27FC236}">
                <a16:creationId xmlns:a16="http://schemas.microsoft.com/office/drawing/2014/main" id="{25CD4506-81D9-553E-1D9A-15C3E8AF11DC}"/>
              </a:ext>
            </a:extLst>
          </p:cNvPr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EB043B6-84CB-9112-5968-E379C0D433F9}"/>
              </a:ext>
            </a:extLst>
          </p:cNvPr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ACTIVE &amp; BACKLOG — DETAIL</a:t>
            </a:r>
          </a:p>
        </p:txBody>
      </p:sp>
      <p:sp>
        <p:nvSpPr>
          <p:cNvPr id="4" name="ProjTag">
            <a:extLst>
              <a:ext uri="{FF2B5EF4-FFF2-40B4-BE49-F238E27FC236}">
                <a16:creationId xmlns:a16="http://schemas.microsoft.com/office/drawing/2014/main" id="{7F13C62B-A84A-6E45-6576-4B0660EB7797}"/>
              </a:ext>
            </a:extLst>
          </p:cNvPr>
          <p:cNvSpPr txBox="1"/>
          <p:nvPr/>
        </p:nvSpPr>
        <p:spPr>
          <a:xfrm>
            <a:off x="10058400" y="201168"/>
            <a:ext cx="19202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400">
                <a:solidFill>
                  <a:srgbClr val="00BCD4"/>
                </a:solidFill>
                <a:latin typeface="Segoe UI"/>
              </a:defRPr>
            </a:pPr>
            <a:r>
              <a:t>Cashflow Project</a:t>
            </a:r>
          </a:p>
        </p:txBody>
      </p:sp>
      <p:sp>
        <p:nvSpPr>
          <p:cNvPr id="101" name="SCI-6Accent">
            <a:extLst>
              <a:ext uri="{FF2B5EF4-FFF2-40B4-BE49-F238E27FC236}">
                <a16:creationId xmlns:a16="http://schemas.microsoft.com/office/drawing/2014/main" id="{E84C2CB9-F82C-6300-9452-D03F508438D7}"/>
              </a:ext>
            </a:extLst>
          </p:cNvPr>
          <p:cNvSpPr/>
          <p:nvPr/>
        </p:nvSpPr>
        <p:spPr>
          <a:xfrm>
            <a:off x="640080" y="980000"/>
            <a:ext cx="5486400" cy="76200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SCI-10Accent">
            <a:extLst>
              <a:ext uri="{FF2B5EF4-FFF2-40B4-BE49-F238E27FC236}">
                <a16:creationId xmlns:a16="http://schemas.microsoft.com/office/drawing/2014/main" id="{8EE54566-17E5-D71B-4386-C13FC2BD88F2}"/>
              </a:ext>
            </a:extLst>
          </p:cNvPr>
          <p:cNvSpPr/>
          <p:nvPr/>
        </p:nvSpPr>
        <p:spPr>
          <a:xfrm>
            <a:off x="6309360" y="980000"/>
            <a:ext cx="5486400" cy="76200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CI-6BG">
            <a:extLst>
              <a:ext uri="{FF2B5EF4-FFF2-40B4-BE49-F238E27FC236}">
                <a16:creationId xmlns:a16="http://schemas.microsoft.com/office/drawing/2014/main" id="{C159C9CB-E195-E71D-4FFB-DE2E43893F4F}"/>
              </a:ext>
            </a:extLst>
          </p:cNvPr>
          <p:cNvSpPr/>
          <p:nvPr/>
        </p:nvSpPr>
        <p:spPr>
          <a:xfrm>
            <a:off x="640080" y="1196170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CI-6Badge">
            <a:extLst>
              <a:ext uri="{FF2B5EF4-FFF2-40B4-BE49-F238E27FC236}">
                <a16:creationId xmlns:a16="http://schemas.microsoft.com/office/drawing/2014/main" id="{074CEC8F-56AA-8FAF-D817-1E610DEA0A7F}"/>
              </a:ext>
            </a:extLst>
          </p:cNvPr>
          <p:cNvSpPr txBox="1"/>
          <p:nvPr/>
        </p:nvSpPr>
        <p:spPr>
          <a:xfrm>
            <a:off x="629271" y="1261562"/>
            <a:ext cx="824341" cy="306745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lang="en-US" sz="1000" b="1"/>
              <a:t>⭐ SCI-20</a:t>
            </a:r>
          </a:p>
        </p:txBody>
      </p:sp>
      <p:sp>
        <p:nvSpPr>
          <p:cNvPr id="14" name="SCI-6Owner">
            <a:extLst>
              <a:ext uri="{FF2B5EF4-FFF2-40B4-BE49-F238E27FC236}">
                <a16:creationId xmlns:a16="http://schemas.microsoft.com/office/drawing/2014/main" id="{12A0D194-BDD1-7E3D-4225-F17F6EC2F898}"/>
              </a:ext>
            </a:extLst>
          </p:cNvPr>
          <p:cNvSpPr txBox="1"/>
          <p:nvPr/>
        </p:nvSpPr>
        <p:spPr>
          <a:xfrm>
            <a:off x="3383280" y="1326413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t>Owner: Jenn / Julia · Assigned: Camilo</a:t>
            </a:r>
          </a:p>
        </p:txBody>
      </p:sp>
      <p:sp>
        <p:nvSpPr>
          <p:cNvPr id="16" name="SCI-6Title">
            <a:extLst>
              <a:ext uri="{FF2B5EF4-FFF2-40B4-BE49-F238E27FC236}">
                <a16:creationId xmlns:a16="http://schemas.microsoft.com/office/drawing/2014/main" id="{1ED38314-EE2B-684B-4179-D7C70F07EA4F}"/>
              </a:ext>
            </a:extLst>
          </p:cNvPr>
          <p:cNvSpPr txBox="1"/>
          <p:nvPr/>
        </p:nvSpPr>
        <p:spPr>
          <a:xfrm>
            <a:off x="640080" y="1795286"/>
            <a:ext cx="5486400" cy="4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defRPr sz="1400" b="1">
                <a:solidFill>
                  <a:srgbClr val="1B2A4A"/>
                </a:solidFill>
                <a:latin typeface="Segoe UI"/>
              </a:defRPr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Invalidate forecasting status</a:t>
            </a:r>
            <a:endParaRPr lang="en-US">
              <a:cs typeface="Segoe UI"/>
            </a:endParaRPr>
          </a:p>
        </p:txBody>
      </p:sp>
      <p:sp>
        <p:nvSpPr>
          <p:cNvPr id="20" name="SCI-6Status">
            <a:extLst>
              <a:ext uri="{FF2B5EF4-FFF2-40B4-BE49-F238E27FC236}">
                <a16:creationId xmlns:a16="http://schemas.microsoft.com/office/drawing/2014/main" id="{503F03B8-3F7F-962B-7D0F-CF38FD6F6F72}"/>
              </a:ext>
            </a:extLst>
          </p:cNvPr>
          <p:cNvSpPr txBox="1"/>
          <p:nvPr/>
        </p:nvSpPr>
        <p:spPr>
          <a:xfrm>
            <a:off x="654924" y="2619388"/>
            <a:ext cx="3001488" cy="175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defRPr sz="1300" b="1">
                <a:solidFill>
                  <a:srgbClr val="3483FA"/>
                </a:solidFill>
                <a:latin typeface="Segoe UI"/>
              </a:defRPr>
            </a:pPr>
            <a:r>
              <a:rPr lang="en-US"/>
              <a:t>Ready for deployment</a:t>
            </a:r>
            <a:endParaRPr/>
          </a:p>
        </p:txBody>
      </p:sp>
      <p:sp>
        <p:nvSpPr>
          <p:cNvPr id="22" name="SCI-6Due">
            <a:extLst>
              <a:ext uri="{FF2B5EF4-FFF2-40B4-BE49-F238E27FC236}">
                <a16:creationId xmlns:a16="http://schemas.microsoft.com/office/drawing/2014/main" id="{7F6DA556-4A0D-1BAD-70CD-EA9E3AE76F00}"/>
              </a:ext>
            </a:extLst>
          </p:cNvPr>
          <p:cNvSpPr txBox="1"/>
          <p:nvPr/>
        </p:nvSpPr>
        <p:spPr>
          <a:xfrm>
            <a:off x="3657600" y="2658973"/>
            <a:ext cx="23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t>26-May</a:t>
            </a:r>
          </a:p>
        </p:txBody>
      </p:sp>
      <p:sp>
        <p:nvSpPr>
          <p:cNvPr id="23" name="SCI-6BG">
            <a:extLst>
              <a:ext uri="{FF2B5EF4-FFF2-40B4-BE49-F238E27FC236}">
                <a16:creationId xmlns:a16="http://schemas.microsoft.com/office/drawing/2014/main" id="{4F7888DD-618C-5DC6-0177-902F171B25D0}"/>
              </a:ext>
            </a:extLst>
          </p:cNvPr>
          <p:cNvSpPr/>
          <p:nvPr/>
        </p:nvSpPr>
        <p:spPr>
          <a:xfrm>
            <a:off x="6352834" y="1150198"/>
            <a:ext cx="5471556" cy="1862249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SCI-6Badge">
            <a:extLst>
              <a:ext uri="{FF2B5EF4-FFF2-40B4-BE49-F238E27FC236}">
                <a16:creationId xmlns:a16="http://schemas.microsoft.com/office/drawing/2014/main" id="{06A5CFD4-FE7C-B28E-0EB1-473026C3C92F}"/>
              </a:ext>
            </a:extLst>
          </p:cNvPr>
          <p:cNvSpPr txBox="1"/>
          <p:nvPr/>
        </p:nvSpPr>
        <p:spPr>
          <a:xfrm>
            <a:off x="6346973" y="1185902"/>
            <a:ext cx="824341" cy="306745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lang="en-US" sz="1000" b="1"/>
              <a:t> SCI-21</a:t>
            </a:r>
          </a:p>
        </p:txBody>
      </p:sp>
      <p:sp>
        <p:nvSpPr>
          <p:cNvPr id="26" name="SCI-6Owner">
            <a:extLst>
              <a:ext uri="{FF2B5EF4-FFF2-40B4-BE49-F238E27FC236}">
                <a16:creationId xmlns:a16="http://schemas.microsoft.com/office/drawing/2014/main" id="{E5A1F5C9-E3BD-2323-703C-EA17D4A25679}"/>
              </a:ext>
            </a:extLst>
          </p:cNvPr>
          <p:cNvSpPr txBox="1"/>
          <p:nvPr/>
        </p:nvSpPr>
        <p:spPr>
          <a:xfrm>
            <a:off x="9100982" y="1250753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t>Owner: Jenn / Julia · Assigned: Camilo</a:t>
            </a:r>
          </a:p>
        </p:txBody>
      </p:sp>
      <p:sp>
        <p:nvSpPr>
          <p:cNvPr id="27" name="SCI-6Title">
            <a:extLst>
              <a:ext uri="{FF2B5EF4-FFF2-40B4-BE49-F238E27FC236}">
                <a16:creationId xmlns:a16="http://schemas.microsoft.com/office/drawing/2014/main" id="{B1DFDD70-50B1-F560-CCAC-3BC043F58A2E}"/>
              </a:ext>
            </a:extLst>
          </p:cNvPr>
          <p:cNvSpPr txBox="1"/>
          <p:nvPr/>
        </p:nvSpPr>
        <p:spPr>
          <a:xfrm>
            <a:off x="6357782" y="1719626"/>
            <a:ext cx="5486400" cy="4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defRPr sz="1400" b="1">
                <a:solidFill>
                  <a:srgbClr val="1B2A4A"/>
                </a:solidFill>
                <a:latin typeface="Segoe UI"/>
              </a:defRPr>
            </a:pP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Forecasting status revision under forecasting</a:t>
            </a:r>
            <a:endParaRPr lang="en-US" sz="1600">
              <a:cs typeface="Segoe UI"/>
            </a:endParaRPr>
          </a:p>
        </p:txBody>
      </p:sp>
      <p:sp>
        <p:nvSpPr>
          <p:cNvPr id="28" name="SCI-6Status">
            <a:extLst>
              <a:ext uri="{FF2B5EF4-FFF2-40B4-BE49-F238E27FC236}">
                <a16:creationId xmlns:a16="http://schemas.microsoft.com/office/drawing/2014/main" id="{2B69B30E-808B-A11E-49BF-27C73605D63A}"/>
              </a:ext>
            </a:extLst>
          </p:cNvPr>
          <p:cNvSpPr txBox="1"/>
          <p:nvPr/>
        </p:nvSpPr>
        <p:spPr>
          <a:xfrm>
            <a:off x="6357782" y="2583313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defRPr sz="1300" b="1">
                <a:solidFill>
                  <a:srgbClr val="3483FA"/>
                </a:solidFill>
                <a:latin typeface="Segoe UI"/>
              </a:defRPr>
            </a:pPr>
            <a:r>
              <a:rPr lang="en-US"/>
              <a:t>To Do</a:t>
            </a:r>
          </a:p>
        </p:txBody>
      </p:sp>
      <p:sp>
        <p:nvSpPr>
          <p:cNvPr id="29" name="SCI-6Due">
            <a:extLst>
              <a:ext uri="{FF2B5EF4-FFF2-40B4-BE49-F238E27FC236}">
                <a16:creationId xmlns:a16="http://schemas.microsoft.com/office/drawing/2014/main" id="{DD7CAF0C-188B-0618-E813-58ABE7C7E635}"/>
              </a:ext>
            </a:extLst>
          </p:cNvPr>
          <p:cNvSpPr txBox="1"/>
          <p:nvPr/>
        </p:nvSpPr>
        <p:spPr>
          <a:xfrm>
            <a:off x="9375302" y="2583313"/>
            <a:ext cx="23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defRPr sz="1200">
                <a:solidFill>
                  <a:srgbClr val="666666"/>
                </a:solidFill>
                <a:latin typeface="Segoe UI"/>
              </a:defRPr>
            </a:pPr>
            <a:r>
              <a:rPr lang="en-US"/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449597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0500"/>
            <a:ext cx="7200000" cy="4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REPORTING — STATUS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190500"/>
            <a:ext cx="2400000" cy="480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r">
              <a:defRPr sz="1400">
                <a:solidFill>
                  <a:srgbClr val="00BCD4"/>
                </a:solidFill>
                <a:latin typeface="Segoe UI"/>
              </a:defRPr>
            </a:pPr>
            <a:r>
              <a:rPr sz="1400" b="1"/>
              <a:t>Cashflow Project</a:t>
            </a:r>
            <a:endParaRPr lang="en-US" sz="1400" b="1">
              <a:cs typeface="Segoe UI"/>
            </a:endParaRPr>
          </a:p>
          <a:p>
            <a:pPr algn="r">
              <a:defRPr sz="1400">
                <a:solidFill>
                  <a:srgbClr val="00BCD4"/>
                </a:solidFill>
                <a:latin typeface="Segoe UI"/>
              </a:defRPr>
            </a:pPr>
            <a:r>
              <a:rPr lang="en-US">
                <a:cs typeface="Segoe UI"/>
              </a:rPr>
              <a:t>Speaker: Walter</a:t>
            </a:r>
          </a:p>
        </p:txBody>
      </p:sp>
      <p:sp>
        <p:nvSpPr>
          <p:cNvPr id="10" name="Card1BG"/>
          <p:cNvSpPr/>
          <p:nvPr/>
        </p:nvSpPr>
        <p:spPr>
          <a:xfrm>
            <a:off x="413966" y="1033834"/>
            <a:ext cx="5486400" cy="4953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/>
          <a:lstStyle/>
          <a:p>
            <a:endParaRPr sz="2000"/>
          </a:p>
        </p:txBody>
      </p:sp>
      <p:sp>
        <p:nvSpPr>
          <p:cNvPr id="11" name="Card1Accent"/>
          <p:cNvSpPr/>
          <p:nvPr/>
        </p:nvSpPr>
        <p:spPr>
          <a:xfrm>
            <a:off x="457200" y="990600"/>
            <a:ext cx="85725" cy="49536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/>
          <a:lstStyle/>
          <a:p>
            <a:endParaRPr sz="2000"/>
          </a:p>
        </p:txBody>
      </p:sp>
      <p:sp>
        <p:nvSpPr>
          <p:cNvPr id="12" name="Card1Badge"/>
          <p:cNvSpPr txBox="1"/>
          <p:nvPr/>
        </p:nvSpPr>
        <p:spPr>
          <a:xfrm>
            <a:off x="628650" y="1193935"/>
            <a:ext cx="1200000" cy="304259"/>
          </a:xfrm>
          <a:prstGeom prst="roundRect">
            <a:avLst>
              <a:gd name="adj" fmla="val 25000"/>
            </a:avLst>
          </a:prstGeom>
          <a:solidFill>
            <a:srgbClr val="00BCD4"/>
          </a:solidFill>
          <a:ln>
            <a:noFill/>
          </a:ln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REPORTING</a:t>
            </a:r>
          </a:p>
        </p:txBody>
      </p:sp>
      <p:sp>
        <p:nvSpPr>
          <p:cNvPr id="13" name="Card1Status"/>
          <p:cNvSpPr txBox="1"/>
          <p:nvPr/>
        </p:nvSpPr>
        <p:spPr>
          <a:xfrm>
            <a:off x="4571925" y="1193935"/>
            <a:ext cx="1200000" cy="304259"/>
          </a:xfrm>
          <a:prstGeom prst="roundRect">
            <a:avLst>
              <a:gd name="adj" fmla="val 25000"/>
            </a:avLst>
          </a:prstGeom>
          <a:solidFill>
            <a:srgbClr val="E3F2F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defRPr sz="900" b="1">
                <a:solidFill>
                  <a:srgbClr val="3483FA"/>
                </a:solidFill>
                <a:latin typeface="Segoe UI"/>
              </a:defRPr>
            </a:pPr>
            <a:r>
              <a:rPr lang="en-US" sz="1000">
                <a:cs typeface="Segoe UI"/>
              </a:rPr>
              <a:t>UAT</a:t>
            </a:r>
            <a:endParaRPr lang="en-US" sz="1000"/>
          </a:p>
        </p:txBody>
      </p:sp>
      <p:sp>
        <p:nvSpPr>
          <p:cNvPr id="14" name="Card1Title"/>
          <p:cNvSpPr txBox="1"/>
          <p:nvPr/>
        </p:nvSpPr>
        <p:spPr>
          <a:xfrm>
            <a:off x="585416" y="1706664"/>
            <a:ext cx="52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A4A"/>
                </a:solidFill>
                <a:latin typeface="Segoe UI"/>
              </a:defRPr>
            </a:pPr>
            <a:r>
              <a:rPr sz="1600"/>
              <a:t>Treasury Report — IC PO with PO Procurement &amp; AP Invoices</a:t>
            </a:r>
          </a:p>
        </p:txBody>
      </p:sp>
      <p:sp>
        <p:nvSpPr>
          <p:cNvPr id="15" name="Card1Desc"/>
          <p:cNvSpPr txBox="1"/>
          <p:nvPr/>
        </p:nvSpPr>
        <p:spPr>
          <a:xfrm>
            <a:off x="601629" y="2357503"/>
            <a:ext cx="5167575" cy="1491702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defRPr sz="1200">
                <a:solidFill>
                  <a:srgbClr val="666666"/>
                </a:solidFill>
                <a:latin typeface="Segoe UI"/>
              </a:defRPr>
            </a:pPr>
            <a:r>
              <a:rPr lang="en-US" sz="1600">
                <a:ea typeface="+mn-lt"/>
                <a:cs typeface="+mn-lt"/>
              </a:rPr>
              <a:t>The approach for displaying the down payment process in the report has been defined. The view is currently under development</a:t>
            </a:r>
            <a:endParaRPr lang="en-US" sz="1600"/>
          </a:p>
        </p:txBody>
      </p:sp>
      <p:sp>
        <p:nvSpPr>
          <p:cNvPr id="30" name="Card2BG"/>
          <p:cNvSpPr/>
          <p:nvPr/>
        </p:nvSpPr>
        <p:spPr>
          <a:xfrm>
            <a:off x="6205061" y="1033834"/>
            <a:ext cx="5486400" cy="4953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/>
          <a:lstStyle/>
          <a:p>
            <a:endParaRPr sz="2000"/>
          </a:p>
        </p:txBody>
      </p:sp>
      <p:sp>
        <p:nvSpPr>
          <p:cNvPr id="31" name="Card2Accent"/>
          <p:cNvSpPr/>
          <p:nvPr/>
        </p:nvSpPr>
        <p:spPr>
          <a:xfrm>
            <a:off x="6205061" y="1033834"/>
            <a:ext cx="85725" cy="4953600"/>
          </a:xfrm>
          <a:prstGeom prst="rect">
            <a:avLst/>
          </a:prstGeom>
          <a:solidFill>
            <a:srgbClr val="9C7CDB"/>
          </a:solidFill>
          <a:ln>
            <a:noFill/>
          </a:ln>
        </p:spPr>
        <p:txBody>
          <a:bodyPr/>
          <a:lstStyle/>
          <a:p>
            <a:endParaRPr sz="2000"/>
          </a:p>
        </p:txBody>
      </p:sp>
      <p:sp>
        <p:nvSpPr>
          <p:cNvPr id="32" name="Card2Badge"/>
          <p:cNvSpPr txBox="1"/>
          <p:nvPr/>
        </p:nvSpPr>
        <p:spPr>
          <a:xfrm>
            <a:off x="6419745" y="1193935"/>
            <a:ext cx="1200000" cy="304259"/>
          </a:xfrm>
          <a:prstGeom prst="roundRect">
            <a:avLst>
              <a:gd name="adj" fmla="val 25000"/>
            </a:avLst>
          </a:prstGeom>
          <a:solidFill>
            <a:srgbClr val="9C7CDB"/>
          </a:solidFill>
          <a:ln>
            <a:noFill/>
          </a:ln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REPORTING</a:t>
            </a:r>
          </a:p>
        </p:txBody>
      </p:sp>
      <p:sp>
        <p:nvSpPr>
          <p:cNvPr id="33" name="Card2Status"/>
          <p:cNvSpPr txBox="1"/>
          <p:nvPr/>
        </p:nvSpPr>
        <p:spPr>
          <a:xfrm>
            <a:off x="10362520" y="1193935"/>
            <a:ext cx="1200000" cy="304259"/>
          </a:xfrm>
          <a:prstGeom prst="roundRect">
            <a:avLst>
              <a:gd name="adj" fmla="val 25000"/>
            </a:avLst>
          </a:prstGeom>
          <a:solidFill>
            <a:srgbClr val="F3E8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defRPr sz="900" b="1">
                <a:solidFill>
                  <a:srgbClr val="7B5EA7"/>
                </a:solidFill>
                <a:latin typeface="Segoe UI"/>
              </a:defRPr>
            </a:pPr>
            <a:r>
              <a:rPr lang="en-US" sz="1000">
                <a:cs typeface="Segoe UI"/>
              </a:rPr>
              <a:t>Done</a:t>
            </a:r>
          </a:p>
        </p:txBody>
      </p:sp>
      <p:sp>
        <p:nvSpPr>
          <p:cNvPr id="34" name="Card2Title"/>
          <p:cNvSpPr txBox="1"/>
          <p:nvPr/>
        </p:nvSpPr>
        <p:spPr>
          <a:xfrm>
            <a:off x="6376511" y="1587770"/>
            <a:ext cx="52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A4A"/>
                </a:solidFill>
                <a:latin typeface="Segoe UI"/>
              </a:defRPr>
            </a:pPr>
            <a:r>
              <a:rPr sz="1600"/>
              <a:t>Intercompany POs — Missing Project Entity PR Assignment in PO Procurement Tracking Number</a:t>
            </a:r>
          </a:p>
        </p:txBody>
      </p:sp>
      <p:sp>
        <p:nvSpPr>
          <p:cNvPr id="35" name="Card2Desc1"/>
          <p:cNvSpPr txBox="1"/>
          <p:nvPr/>
        </p:nvSpPr>
        <p:spPr>
          <a:xfrm>
            <a:off x="6403532" y="2285064"/>
            <a:ext cx="5172979" cy="2086212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defRPr sz="1200">
                <a:solidFill>
                  <a:srgbClr val="666666"/>
                </a:solidFill>
                <a:latin typeface="Segoe UI"/>
              </a:defRPr>
            </a:pPr>
            <a:r>
              <a:rPr lang="en-US" sz="1600">
                <a:ea typeface="+mn-lt"/>
                <a:cs typeface="+mn-lt"/>
              </a:rPr>
              <a:t>Automate the report has been completed. Additionally, a meeting with Pamela is being coordinated to help standardize the purchasing process, as the procurement area currently lacks clarity on how to regularize these cases.</a:t>
            </a:r>
            <a:endParaRPr 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20116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0">
                <a:solidFill>
                  <a:srgbClr val="00BCD4"/>
                </a:solidFill>
                <a:latin typeface="Segoe UI"/>
              </a:defRPr>
            </a:pPr>
            <a:r>
              <a:t>Cashflow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ISSUE TRACKER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462298"/>
              </p:ext>
            </p:extLst>
          </p:nvPr>
        </p:nvGraphicFramePr>
        <p:xfrm>
          <a:off x="318851" y="1248382"/>
          <a:ext cx="11509561" cy="5334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3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9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8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88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75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4548">
                <a:tc>
                  <a:txBody>
                    <a:bodyPr/>
                    <a:lstStyle/>
                    <a:p>
                      <a:r>
                        <a:rPr sz="1050" b="1">
                          <a:latin typeface="Aptos"/>
                        </a:rPr>
                        <a:t>ID / SCI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latin typeface="Aptos"/>
                        </a:rPr>
                        <a:t>Description / RITM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latin typeface="Aptos"/>
                        </a:rPr>
                        <a:t>Status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latin typeface="Aptos"/>
                        </a:rPr>
                        <a:t>Type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latin typeface="Aptos"/>
                        </a:rPr>
                        <a:t>P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latin typeface="Aptos"/>
                        </a:rPr>
                        <a:t>Due Date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latin typeface="Aptos"/>
                        </a:rPr>
                        <a:t>Requestor / Assigned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48"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- / SCI-1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Forecasting Status errors (RITM1173001 / INC1082629 / INC1083663)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Break Fix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30-Apr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- / Camilo Amaury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677946"/>
                  </a:ext>
                </a:extLst>
              </a:tr>
              <a:tr h="444548"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449 / SCI-2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Upload Provisional Cost — Download Template broken (RITM1173001)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latin typeface="Aptos"/>
                        </a:rPr>
                        <a:t>Ready for deployment</a:t>
                      </a:r>
                      <a:endParaRPr sz="1050" b="0">
                        <a:latin typeface="Aptos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Break Fix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22-May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Jenn / </a:t>
                      </a:r>
                      <a:r>
                        <a:rPr sz="1050" b="0" err="1">
                          <a:latin typeface="Aptos"/>
                        </a:rPr>
                        <a:t>Bushan</a:t>
                      </a:r>
                      <a:r>
                        <a:rPr sz="1050" b="0">
                          <a:latin typeface="Aptos"/>
                        </a:rPr>
                        <a:t> / Camilo Amaury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823569"/>
                  </a:ext>
                </a:extLst>
              </a:tr>
              <a:tr h="444548"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449 / SCI-3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Provisional Cost Upload — 5 fields template issue (RITM1173004)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latin typeface="Aptos"/>
                        </a:rPr>
                        <a:t>Ready for deployment</a:t>
                      </a:r>
                      <a:endParaRPr sz="1050" b="0">
                        <a:latin typeface="Aptos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Enhancement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22-May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Jenn / </a:t>
                      </a:r>
                      <a:r>
                        <a:rPr sz="1050" b="0" err="1">
                          <a:latin typeface="Aptos"/>
                        </a:rPr>
                        <a:t>Bushan</a:t>
                      </a:r>
                      <a:r>
                        <a:rPr sz="1050" b="0">
                          <a:latin typeface="Aptos"/>
                        </a:rPr>
                        <a:t> / Camilo Amaury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099415"/>
                  </a:ext>
                </a:extLst>
              </a:tr>
              <a:tr h="444548"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462 / SCI-4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Procurement Forecasting — Remaining Payments Year Adjustments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latin typeface="Aptos"/>
                        </a:rPr>
                        <a:t>Ready for deployment</a:t>
                      </a:r>
                      <a:endParaRPr sz="1050" b="0">
                        <a:latin typeface="Aptos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Enhancement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22-May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Jenn / Julia / Camilo Amaury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71488"/>
                  </a:ext>
                </a:extLst>
              </a:tr>
              <a:tr h="444548"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453 / SCI-6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Optional WBS element in Provisional Records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latin typeface="Aptos"/>
                        </a:rPr>
                        <a:t>Ready for deployment</a:t>
                      </a:r>
                      <a:endParaRPr sz="1050" b="0">
                        <a:latin typeface="Aptos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Enhancement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22-May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Jenn / Julia / Camilo Amaury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043779"/>
                  </a:ext>
                </a:extLst>
              </a:tr>
              <a:tr h="444548"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454 / SCI-7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Optional Vendor in Provisional Record manual creation (REQ1171550)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latin typeface="Aptos"/>
                        </a:rPr>
                        <a:t>Ready for deployment</a:t>
                      </a:r>
                      <a:endParaRPr sz="1050" b="0">
                        <a:latin typeface="Aptos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Enhancement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22-May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Jenn / Julia / Camilo Amaury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813065"/>
                  </a:ext>
                </a:extLst>
              </a:tr>
              <a:tr h="444548"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455 / SCI-8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Default PO Owner filtering and limitation of records displayed (RITM1185647)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To 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Enhancement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TBD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- / 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795472"/>
                  </a:ext>
                </a:extLst>
              </a:tr>
              <a:tr h="444548"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463 / SCI-9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Automatic Reduction of Provisional Cost Records (RITM1185647)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latin typeface="Aptos"/>
                        </a:rPr>
                        <a:t>Ready for deployment</a:t>
                      </a:r>
                      <a:endParaRPr sz="1050" b="0">
                        <a:latin typeface="Aptos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Enhancement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26-May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Jenn / Julia / Camilo Amaury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71027"/>
                  </a:ext>
                </a:extLst>
              </a:tr>
              <a:tr h="444548"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456 / SCI-10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Procurement Forecasting Massive app adjustments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In Development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Enhancement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23-May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Jenn / Julia / Evelyn Rocha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015021"/>
                  </a:ext>
                </a:extLst>
              </a:tr>
              <a:tr h="444548"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458 / SCI-12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Mass Procurement Forecasting — Eye Sore Adjustments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In Development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Enhancement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23-May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Alec Bone / Evelyn Rocha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399535"/>
                  </a:ext>
                </a:extLst>
              </a:tr>
              <a:tr h="444548"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- / SCI-17?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PO 4501754428 — Sycamore Cross — MILL CREEK RENEWABLES LLC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Bug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TBD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Carlos Olivencia / Camilo Amaury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9008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20116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0">
                <a:solidFill>
                  <a:srgbClr val="00BCD4"/>
                </a:solidFill>
                <a:latin typeface="Segoe UI"/>
              </a:defRPr>
            </a:pPr>
            <a:r>
              <a:t>Cashflow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ISSUE TRACKER — </a:t>
            </a:r>
            <a:r>
              <a:rPr lang="en-US"/>
              <a:t>Backlog</a:t>
            </a:r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932064"/>
              </p:ext>
            </p:extLst>
          </p:nvPr>
        </p:nvGraphicFramePr>
        <p:xfrm>
          <a:off x="308042" y="1215957"/>
          <a:ext cx="11484653" cy="4829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5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4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4714">
                <a:tc>
                  <a:txBody>
                    <a:bodyPr/>
                    <a:lstStyle/>
                    <a:p>
                      <a:r>
                        <a:rPr sz="1100" b="1">
                          <a:latin typeface="Aptos"/>
                        </a:rPr>
                        <a:t>ID / SCI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Aptos"/>
                        </a:rPr>
                        <a:t>Description / RITM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Aptos"/>
                        </a:rPr>
                        <a:t>Status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Aptos"/>
                        </a:rPr>
                        <a:t>Type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Aptos"/>
                        </a:rPr>
                        <a:t>P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Aptos"/>
                        </a:rPr>
                        <a:t>Due Date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Aptos"/>
                        </a:rPr>
                        <a:t>Requestor / Assigned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226"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- / SCI-5 + SCI-11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Implementation to Reports views + Attachment Report external share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Ready to start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Enhancement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1 / 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TBD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Jenn / Julia / Evelyn Rocha + TBD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714"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- / SCI-13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Evaluate Job of Procurement FC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To 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Enhancement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TBD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Carlos Olivencia / TBD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565628"/>
                  </a:ext>
                </a:extLst>
              </a:tr>
              <a:tr h="710226"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- / SCI-14 + SCI-15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WBS_ID check + PROJNR/WBS consistency in internal 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In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Enhancement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TBD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Alec Bone / Evelyn Rocha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39999"/>
                  </a:ext>
                </a:extLst>
              </a:tr>
              <a:tr h="674714"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464 / SCI-18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Procurement Forecasting — Individual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Bug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TBD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- / Camilo Amaury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334450"/>
                  </a:ext>
                </a:extLst>
              </a:tr>
              <a:tr h="710226"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- / Role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Role assignment — check with AES Security Team if OK to assign role to Keily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Enhancement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TBD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- / Pablo Bianco + Camilo Amaury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575980"/>
                  </a:ext>
                </a:extLst>
              </a:tr>
              <a:tr h="674714"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318 / CPM-040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Project creation &amp; Massive Change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Enhancement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TBD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Aptos"/>
                        </a:rPr>
                        <a:t>- / Evelyn Rocha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3349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961120" y="-914400"/>
            <a:ext cx="4389120" cy="4389120"/>
          </a:xfrm>
          <a:prstGeom prst="ellipse">
            <a:avLst/>
          </a:prstGeom>
          <a:solidFill>
            <a:srgbClr val="D6E4F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754880"/>
            <a:ext cx="3200400" cy="3200400"/>
          </a:xfrm>
          <a:prstGeom prst="ellipse">
            <a:avLst/>
          </a:prstGeom>
          <a:solidFill>
            <a:srgbClr val="D0F0F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>
                <a:solidFill>
                  <a:srgbClr val="1B2A4A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5029200" cy="27432"/>
          </a:xfrm>
          <a:prstGeom prst="rect">
            <a:avLst/>
          </a:prstGeom>
          <a:solidFill>
            <a:srgbClr val="C0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t>Cashflow Project Team · May 22,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4340" y="5539027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0" b="1">
                <a:solidFill>
                  <a:srgbClr val="3483FA"/>
                </a:solidFill>
                <a:latin typeface="Segoe UI"/>
              </a:rPr>
              <a:t>a</a:t>
            </a:r>
            <a:r>
              <a:rPr sz="5600" b="1">
                <a:solidFill>
                  <a:srgbClr val="9C7CDB"/>
                </a:solidFill>
                <a:latin typeface="Segoe UI"/>
              </a:rPr>
              <a:t>e</a:t>
            </a:r>
            <a:r>
              <a:rPr sz="5600" b="1">
                <a:solidFill>
                  <a:srgbClr val="00A650"/>
                </a:solidFill>
                <a:latin typeface="Segoe UI"/>
              </a:rPr>
              <a:t>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20116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0">
                <a:solidFill>
                  <a:srgbClr val="00BCD4"/>
                </a:solidFill>
                <a:latin typeface="Segoe UI"/>
              </a:defRPr>
            </a:pPr>
            <a:r>
              <a:t>Cashflow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NEXT STEPS &amp; PRIORITIES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457200"/>
          </a:xfrm>
          <a:prstGeom prst="roundRect">
            <a:avLst/>
          </a:prstGeom>
          <a:solidFill>
            <a:srgbClr val="34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600">
                <a:latin typeface="Aptos"/>
              </a:rPr>
              <a:t>IMMEDIATE (Ready for deployment / Development)</a:t>
            </a:r>
            <a:endParaRPr sz="1600"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03520" cy="457200"/>
          </a:xfrm>
          <a:prstGeom prst="round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6217920" y="1115568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sz="1600" b="1">
                <a:latin typeface="Aptos"/>
              </a:rPr>
              <a:t>BACKLOG / OTHER PRIORITIES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303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54864" cy="475488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BCD4"/>
                </a:solidFill>
                <a:latin typeface="Segoe UI"/>
              </a:defRPr>
            </a:pPr>
            <a:r>
              <a:rPr sz="800" b="1">
                <a:latin typeface="Aptos"/>
              </a:rPr>
              <a:t>449/
SCI-2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288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B2A4A"/>
                </a:solidFill>
                <a:latin typeface="Segoe UI"/>
              </a:defRPr>
            </a:pPr>
            <a:r>
              <a:rPr lang="en-US" sz="1000" b="0">
                <a:latin typeface="Aptos"/>
              </a:rPr>
              <a:t>Template button broken — Ready for deployment, 22-May</a:t>
            </a:r>
            <a:endParaRPr sz="1000" b="0"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2304288"/>
            <a:ext cx="5303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457200" y="2304288"/>
            <a:ext cx="54864" cy="475488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640080" y="2395728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BCD4"/>
                </a:solidFill>
                <a:latin typeface="Segoe UI"/>
              </a:defRPr>
            </a:pPr>
            <a:r>
              <a:rPr sz="800" b="1">
                <a:latin typeface="Aptos"/>
              </a:rPr>
              <a:t>449/
SCI-3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9572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B2A4A"/>
                </a:solidFill>
                <a:latin typeface="Segoe UI"/>
              </a:defRPr>
            </a:pPr>
            <a:r>
              <a:rPr lang="en-US" sz="1000" b="0">
                <a:latin typeface="Aptos"/>
              </a:rPr>
              <a:t>5-field template issue — Ready for deployment, 22-May</a:t>
            </a:r>
            <a:endParaRPr sz="1000" b="0"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2871216"/>
            <a:ext cx="5303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18" name="Rectangle 17"/>
          <p:cNvSpPr/>
          <p:nvPr/>
        </p:nvSpPr>
        <p:spPr>
          <a:xfrm>
            <a:off x="457200" y="2871216"/>
            <a:ext cx="54864" cy="475488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640080" y="2962656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BCD4"/>
                </a:solidFill>
                <a:latin typeface="Segoe UI"/>
              </a:defRPr>
            </a:pPr>
            <a:r>
              <a:rPr sz="800" b="1">
                <a:latin typeface="Aptos"/>
              </a:rPr>
              <a:t>462/
SCI-4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962656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B2A4A"/>
                </a:solidFill>
                <a:latin typeface="Segoe UI"/>
              </a:defRPr>
            </a:pPr>
            <a:r>
              <a:rPr lang="en-US" sz="1000" b="0">
                <a:latin typeface="Aptos"/>
              </a:rPr>
              <a:t>Remaining Payments — Ready for deployment, 22-May</a:t>
            </a:r>
            <a:endParaRPr sz="1000" b="0"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63440" y="2962656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endParaRPr sz="2000"/>
          </a:p>
        </p:txBody>
      </p:sp>
      <p:sp>
        <p:nvSpPr>
          <p:cNvPr id="22" name="Rectangle 21"/>
          <p:cNvSpPr/>
          <p:nvPr/>
        </p:nvSpPr>
        <p:spPr>
          <a:xfrm>
            <a:off x="457200" y="3438144"/>
            <a:ext cx="5303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3" name="Rectangle 22"/>
          <p:cNvSpPr/>
          <p:nvPr/>
        </p:nvSpPr>
        <p:spPr>
          <a:xfrm>
            <a:off x="457200" y="3438144"/>
            <a:ext cx="54864" cy="475488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640080" y="3529584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BCD4"/>
                </a:solidFill>
                <a:latin typeface="Segoe UI"/>
              </a:defRPr>
            </a:pPr>
            <a:r>
              <a:rPr sz="800" b="1">
                <a:latin typeface="Aptos"/>
              </a:rPr>
              <a:t>453/
SCI-6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529584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B2A4A"/>
                </a:solidFill>
                <a:latin typeface="Segoe UI"/>
              </a:defRPr>
            </a:pPr>
            <a:r>
              <a:rPr lang="en-US" sz="1000" b="0">
                <a:latin typeface="Aptos"/>
              </a:rPr>
              <a:t>Optional WBS — Ready for deployment, 22-May</a:t>
            </a:r>
            <a:endParaRPr sz="1000" b="0"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63440" y="3529584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endParaRPr sz="2000"/>
          </a:p>
        </p:txBody>
      </p:sp>
      <p:sp>
        <p:nvSpPr>
          <p:cNvPr id="27" name="Rectangle 26"/>
          <p:cNvSpPr/>
          <p:nvPr/>
        </p:nvSpPr>
        <p:spPr>
          <a:xfrm>
            <a:off x="457200" y="4005072"/>
            <a:ext cx="5303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28" name="Rectangle 27"/>
          <p:cNvSpPr/>
          <p:nvPr/>
        </p:nvSpPr>
        <p:spPr>
          <a:xfrm>
            <a:off x="457200" y="4005072"/>
            <a:ext cx="54864" cy="475488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640080" y="4096512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BCD4"/>
                </a:solidFill>
                <a:latin typeface="Segoe UI"/>
              </a:defRPr>
            </a:pPr>
            <a:r>
              <a:rPr sz="800" b="1">
                <a:latin typeface="Aptos"/>
              </a:rPr>
              <a:t>454/
SCI-7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09651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B2A4A"/>
                </a:solidFill>
                <a:latin typeface="Segoe UI"/>
              </a:defRPr>
            </a:pPr>
            <a:r>
              <a:rPr lang="en-US" sz="1000" b="0">
                <a:latin typeface="Aptos"/>
              </a:rPr>
              <a:t>Optional Vendor — Ready for deployment, 22-May</a:t>
            </a:r>
            <a:endParaRPr sz="1000" b="0">
              <a:latin typeface="Apto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4572000"/>
            <a:ext cx="5303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32" name="Rectangle 31"/>
          <p:cNvSpPr/>
          <p:nvPr/>
        </p:nvSpPr>
        <p:spPr>
          <a:xfrm>
            <a:off x="457200" y="4572000"/>
            <a:ext cx="54864" cy="475488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640080" y="466344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BCD4"/>
                </a:solidFill>
                <a:latin typeface="Segoe UI"/>
              </a:defRPr>
            </a:pPr>
            <a:r>
              <a:rPr sz="800" b="1">
                <a:latin typeface="Aptos"/>
              </a:rPr>
              <a:t>463/
SCI-9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6634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B2A4A"/>
                </a:solidFill>
                <a:latin typeface="Segoe UI"/>
              </a:defRPr>
            </a:pPr>
            <a:r>
              <a:rPr lang="en-US" sz="1000" b="0">
                <a:latin typeface="Aptos"/>
              </a:rPr>
              <a:t>Automatic Reduction — Ready for deployment, 26-May</a:t>
            </a:r>
            <a:endParaRPr sz="1000" b="0"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663440" y="46634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endParaRPr sz="2000"/>
          </a:p>
        </p:txBody>
      </p:sp>
      <p:sp>
        <p:nvSpPr>
          <p:cNvPr id="36" name="Rectangle 35"/>
          <p:cNvSpPr/>
          <p:nvPr/>
        </p:nvSpPr>
        <p:spPr>
          <a:xfrm>
            <a:off x="457200" y="5138928"/>
            <a:ext cx="5303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37" name="Rectangle 36"/>
          <p:cNvSpPr/>
          <p:nvPr/>
        </p:nvSpPr>
        <p:spPr>
          <a:xfrm>
            <a:off x="457200" y="5138928"/>
            <a:ext cx="54864" cy="475488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TextBox 37"/>
          <p:cNvSpPr txBox="1"/>
          <p:nvPr/>
        </p:nvSpPr>
        <p:spPr>
          <a:xfrm>
            <a:off x="640080" y="5230368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BCD4"/>
                </a:solidFill>
                <a:latin typeface="Segoe UI"/>
              </a:defRPr>
            </a:pPr>
            <a:r>
              <a:rPr sz="800" b="1">
                <a:latin typeface="Aptos"/>
              </a:rPr>
              <a:t>456/458
SCI-10/12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23036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>
                <a:latin typeface="Aptos"/>
              </a:rPr>
              <a:t>Massive App + Eye Sore FS — In Development, 23-May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1737360"/>
            <a:ext cx="5303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41" name="Rectangle 40"/>
          <p:cNvSpPr/>
          <p:nvPr/>
        </p:nvSpPr>
        <p:spPr>
          <a:xfrm>
            <a:off x="6217920" y="1737360"/>
            <a:ext cx="54864" cy="475488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2" name="TextBox 41"/>
          <p:cNvSpPr txBox="1"/>
          <p:nvPr/>
        </p:nvSpPr>
        <p:spPr>
          <a:xfrm>
            <a:off x="6400800" y="182880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" b="1">
                <a:latin typeface="Aptos"/>
              </a:rPr>
              <a:t>SCI-17?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182880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>
                <a:latin typeface="Aptos"/>
              </a:rPr>
              <a:t>Sycamore Cross PO — In Progress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2304288"/>
            <a:ext cx="5303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45" name="Rectangle 44"/>
          <p:cNvSpPr/>
          <p:nvPr/>
        </p:nvSpPr>
        <p:spPr>
          <a:xfrm>
            <a:off x="6217920" y="2304288"/>
            <a:ext cx="54864" cy="475488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6" name="TextBox 45"/>
          <p:cNvSpPr txBox="1"/>
          <p:nvPr/>
        </p:nvSpPr>
        <p:spPr>
          <a:xfrm>
            <a:off x="6400800" y="2395728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" b="1">
                <a:latin typeface="Aptos"/>
              </a:rPr>
              <a:t>455/
SCI-8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2395728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B2A4A"/>
                </a:solidFill>
                <a:latin typeface="Segoe UI"/>
              </a:defRPr>
            </a:pPr>
            <a:r>
              <a:rPr sz="1000" b="0">
                <a:latin typeface="Aptos"/>
              </a:rPr>
              <a:t>Default PO Owner filtering — To 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2871216"/>
            <a:ext cx="5303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49" name="Rectangle 48"/>
          <p:cNvSpPr/>
          <p:nvPr/>
        </p:nvSpPr>
        <p:spPr>
          <a:xfrm>
            <a:off x="6217920" y="2871216"/>
            <a:ext cx="54864" cy="475488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0" name="TextBox 49"/>
          <p:cNvSpPr txBox="1"/>
          <p:nvPr/>
        </p:nvSpPr>
        <p:spPr>
          <a:xfrm>
            <a:off x="6400800" y="2962656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" b="1">
                <a:latin typeface="Aptos"/>
              </a:rPr>
              <a:t>SCI-14/15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2962656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>
                <a:latin typeface="Aptos"/>
              </a:rPr>
              <a:t>Internal table checks — In analysis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3438144"/>
            <a:ext cx="5303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3" name="Rectangle 52"/>
          <p:cNvSpPr/>
          <p:nvPr/>
        </p:nvSpPr>
        <p:spPr>
          <a:xfrm>
            <a:off x="6217920" y="3438144"/>
            <a:ext cx="54864" cy="475488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4" name="TextBox 53"/>
          <p:cNvSpPr txBox="1"/>
          <p:nvPr/>
        </p:nvSpPr>
        <p:spPr>
          <a:xfrm>
            <a:off x="6400800" y="3529584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" b="1">
                <a:latin typeface="Aptos"/>
              </a:rPr>
              <a:t>464/
SCI-18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3529584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>
                <a:latin typeface="Aptos"/>
              </a:rPr>
              <a:t>Procurement Forecasting Individual — In Progress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4005072"/>
            <a:ext cx="5303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7" name="Rectangle 56"/>
          <p:cNvSpPr/>
          <p:nvPr/>
        </p:nvSpPr>
        <p:spPr>
          <a:xfrm>
            <a:off x="6217920" y="4005072"/>
            <a:ext cx="54864" cy="475488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8" name="TextBox 57"/>
          <p:cNvSpPr txBox="1"/>
          <p:nvPr/>
        </p:nvSpPr>
        <p:spPr>
          <a:xfrm>
            <a:off x="6400800" y="4096512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" b="1">
                <a:latin typeface="Aptos"/>
              </a:rPr>
              <a:t>SCI-11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0" y="4096512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>
                <a:latin typeface="Aptos"/>
              </a:rPr>
              <a:t>Attachment Report — Ready to start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4572000"/>
            <a:ext cx="5303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61" name="Rectangle 60"/>
          <p:cNvSpPr/>
          <p:nvPr/>
        </p:nvSpPr>
        <p:spPr>
          <a:xfrm>
            <a:off x="6217920" y="4572000"/>
            <a:ext cx="54864" cy="475488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2" name="TextBox 61"/>
          <p:cNvSpPr txBox="1"/>
          <p:nvPr/>
        </p:nvSpPr>
        <p:spPr>
          <a:xfrm>
            <a:off x="6400800" y="466344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" b="1">
                <a:latin typeface="Aptos"/>
              </a:rPr>
              <a:t>SCI-13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0" y="466344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>
                <a:latin typeface="Aptos"/>
              </a:rPr>
              <a:t>Evaluate Job of Procurement FC — To Do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33160" y="5138928"/>
            <a:ext cx="5288280" cy="739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65" name="Rectangle 64"/>
          <p:cNvSpPr/>
          <p:nvPr/>
        </p:nvSpPr>
        <p:spPr>
          <a:xfrm>
            <a:off x="6223000" y="5138928"/>
            <a:ext cx="54864" cy="7345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6" name="TextBox 65"/>
          <p:cNvSpPr txBox="1"/>
          <p:nvPr/>
        </p:nvSpPr>
        <p:spPr>
          <a:xfrm>
            <a:off x="6400800" y="5230368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800" b="1">
                <a:latin typeface="Aptos"/>
              </a:rPr>
              <a:t>SCI-5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5230368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>
                <a:latin typeface="Aptos"/>
              </a:rPr>
              <a:t>Reports views — Ready to start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556000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endParaRPr sz="2000"/>
          </a:p>
        </p:txBody>
      </p:sp>
      <p:sp>
        <p:nvSpPr>
          <p:cNvPr id="81" name="TextBox 80"/>
          <p:cNvSpPr txBox="1"/>
          <p:nvPr/>
        </p:nvSpPr>
        <p:spPr>
          <a:xfrm>
            <a:off x="7132320" y="556000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B2A4A"/>
                </a:solidFill>
                <a:latin typeface="Segoe UI"/>
              </a:defRPr>
            </a:pP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0C699E9820FF43A141423A882DAC9B" ma:contentTypeVersion="13" ma:contentTypeDescription="Create a new document." ma:contentTypeScope="" ma:versionID="eb7b8604798859ea1931a8436658a5a1">
  <xsd:schema xmlns:xsd="http://www.w3.org/2001/XMLSchema" xmlns:xs="http://www.w3.org/2001/XMLSchema" xmlns:p="http://schemas.microsoft.com/office/2006/metadata/properties" xmlns:ns2="e3e9fe27-0d03-4c20-8555-a0e472eb5634" xmlns:ns3="7e1a9329-9f95-4ae1-807a-1c4f705307b2" targetNamespace="http://schemas.microsoft.com/office/2006/metadata/properties" ma:root="true" ma:fieldsID="134565ec314920602884690ec82ddc29" ns2:_="" ns3:_="">
    <xsd:import namespace="e3e9fe27-0d03-4c20-8555-a0e472eb5634"/>
    <xsd:import namespace="7e1a9329-9f95-4ae1-807a-1c4f705307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CommunicationNumb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e9fe27-0d03-4c20-8555-a0e472eb56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ad4df7da-c195-4679-b09b-159ed35ba1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CommunicationNumber" ma:index="19" nillable="true" ma:displayName="Communication Number " ma:format="Dropdown" ma:internalName="CommunicationNumber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1a9329-9f95-4ae1-807a-1c4f705307b2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50231ee3-d599-4884-aa85-9a49e8e6f62e}" ma:internalName="TaxCatchAll" ma:showField="CatchAllData" ma:web="7e1a9329-9f95-4ae1-807a-1c4f705307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e9fe27-0d03-4c20-8555-a0e472eb5634">
      <Terms xmlns="http://schemas.microsoft.com/office/infopath/2007/PartnerControls"/>
    </lcf76f155ced4ddcb4097134ff3c332f>
    <TaxCatchAll xmlns="7e1a9329-9f95-4ae1-807a-1c4f705307b2" xsi:nil="true"/>
    <CommunicationNumber xmlns="e3e9fe27-0d03-4c20-8555-a0e472eb563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F9710D-191C-4D64-A4E2-3F4EE62A48C3}">
  <ds:schemaRefs>
    <ds:schemaRef ds:uri="7e1a9329-9f95-4ae1-807a-1c4f705307b2"/>
    <ds:schemaRef ds:uri="e3e9fe27-0d03-4c20-8555-a0e472eb563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3849A6F-BF45-4D08-BFA4-CDDBC057F862}">
  <ds:schemaRefs>
    <ds:schemaRef ds:uri="7e1a9329-9f95-4ae1-807a-1c4f705307b2"/>
    <ds:schemaRef ds:uri="e3e9fe27-0d03-4c20-8555-a0e472eb5634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66E5435-8631-4E8B-9FC5-83AB3B88F14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10</cp:revision>
  <dcterms:created xsi:type="dcterms:W3CDTF">2013-01-27T09:14:16Z</dcterms:created>
  <dcterms:modified xsi:type="dcterms:W3CDTF">2026-05-22T15:18:53Z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0x010100380C699E9820FF43A141423A882DAC9B</vt:lpwstr>
  </property>
  <property fmtid="{D5CDD505-2E9C-101B-9397-08002B2CF9AE}" pid="3" name="MediaServiceImageTags">
    <vt:lpwstr/>
  </property>
  <property fmtid="{D5CDD505-2E9C-101B-9397-08002B2CF9AE}" pid="4" name="Order">
    <vt:r8>22400</vt:r8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_ExtendedDescription">
    <vt:lpwstr/>
  </property>
</Properties>
</file>